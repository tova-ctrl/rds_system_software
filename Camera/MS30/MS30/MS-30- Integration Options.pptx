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4"/>
  </p:sldMasterIdLst>
  <p:notesMasterIdLst>
    <p:notesMasterId r:id="rId43"/>
  </p:notesMasterIdLst>
  <p:sldIdLst>
    <p:sldId id="256" r:id="rId5"/>
    <p:sldId id="258" r:id="rId6"/>
    <p:sldId id="2147376371" r:id="rId7"/>
    <p:sldId id="2147376376" r:id="rId8"/>
    <p:sldId id="2147376370" r:id="rId9"/>
    <p:sldId id="2147376372" r:id="rId10"/>
    <p:sldId id="2147376373" r:id="rId11"/>
    <p:sldId id="260" r:id="rId12"/>
    <p:sldId id="2147376375" r:id="rId13"/>
    <p:sldId id="261" r:id="rId14"/>
    <p:sldId id="267" r:id="rId15"/>
    <p:sldId id="271" r:id="rId16"/>
    <p:sldId id="272" r:id="rId17"/>
    <p:sldId id="273" r:id="rId18"/>
    <p:sldId id="275" r:id="rId19"/>
    <p:sldId id="277" r:id="rId20"/>
    <p:sldId id="280" r:id="rId21"/>
    <p:sldId id="276" r:id="rId22"/>
    <p:sldId id="279" r:id="rId23"/>
    <p:sldId id="278" r:id="rId24"/>
    <p:sldId id="281" r:id="rId25"/>
    <p:sldId id="2147376329" r:id="rId26"/>
    <p:sldId id="2147376362" r:id="rId27"/>
    <p:sldId id="2147376339" r:id="rId28"/>
    <p:sldId id="2147376338" r:id="rId29"/>
    <p:sldId id="2147376341" r:id="rId30"/>
    <p:sldId id="2147376340" r:id="rId31"/>
    <p:sldId id="2147376337" r:id="rId32"/>
    <p:sldId id="2147376344" r:id="rId33"/>
    <p:sldId id="2147376363" r:id="rId34"/>
    <p:sldId id="2147376361" r:id="rId35"/>
    <p:sldId id="2147376364" r:id="rId36"/>
    <p:sldId id="2147376365" r:id="rId37"/>
    <p:sldId id="2147376366" r:id="rId38"/>
    <p:sldId id="2147376367" r:id="rId39"/>
    <p:sldId id="268" r:id="rId40"/>
    <p:sldId id="2147376374" r:id="rId41"/>
    <p:sldId id="265" r:id="rId42"/>
  </p:sldIdLst>
  <p:sldSz cx="20104100" cy="11309350"/>
  <p:notesSz cx="20104100" cy="11309350"/>
  <p:embeddedFontLst>
    <p:embeddedFont>
      <p:font typeface="Albert Sans" panose="020B0604020202020204" charset="0"/>
      <p:regular r:id="rId44"/>
      <p:bold r:id="rId45"/>
      <p:italic r:id="rId46"/>
      <p:boldItalic r:id="rId47"/>
    </p:embeddedFont>
    <p:embeddedFont>
      <p:font typeface="Barlow Condensed ExtraBold" panose="00000906000000000000" pitchFamily="2" charset="0"/>
      <p:bold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FF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90C4C-2FDF-485E-AA59-27D3E4772EE3}" v="9" dt="2026-02-25T08:10:06.305"/>
  </p1510:revLst>
</p1510:revInfo>
</file>

<file path=ppt/tableStyles.xml><?xml version="1.0" encoding="utf-8"?>
<a:tblStyleLst xmlns:a="http://schemas.openxmlformats.org/drawingml/2006/main" def="{9CC6C82B-BDFE-4574-BC46-B2C1BB404C6D}">
  <a:tblStyle styleId="{9CC6C82B-BDFE-4574-BC46-B2C1BB404C6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48" y="7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4.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2.fntdata"/><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f Yogev" userId="81b91011-ee9a-4879-b7fb-79631b447aa1" providerId="ADAL" clId="{A573029A-B24D-4157-B908-5EDA74CE85D5}"/>
    <pc:docChg chg="undo custSel addSld modSld">
      <pc:chgData name="Asaf Yogev" userId="81b91011-ee9a-4879-b7fb-79631b447aa1" providerId="ADAL" clId="{A573029A-B24D-4157-B908-5EDA74CE85D5}" dt="2026-02-15T13:23:17.303" v="1045" actId="478"/>
      <pc:docMkLst>
        <pc:docMk/>
      </pc:docMkLst>
      <pc:sldChg chg="modSp mod">
        <pc:chgData name="Asaf Yogev" userId="81b91011-ee9a-4879-b7fb-79631b447aa1" providerId="ADAL" clId="{A573029A-B24D-4157-B908-5EDA74CE85D5}" dt="2026-02-15T12:37:55.208" v="18" actId="20577"/>
        <pc:sldMkLst>
          <pc:docMk/>
          <pc:sldMk cId="0" sldId="260"/>
        </pc:sldMkLst>
        <pc:spChg chg="mod">
          <ac:chgData name="Asaf Yogev" userId="81b91011-ee9a-4879-b7fb-79631b447aa1" providerId="ADAL" clId="{A573029A-B24D-4157-B908-5EDA74CE85D5}" dt="2026-02-15T12:37:55.208" v="18" actId="20577"/>
          <ac:spMkLst>
            <pc:docMk/>
            <pc:sldMk cId="0" sldId="260"/>
            <ac:spMk id="157" creationId="{00000000-0000-0000-0000-000000000000}"/>
          </ac:spMkLst>
        </pc:spChg>
      </pc:sldChg>
      <pc:sldChg chg="delSp mod">
        <pc:chgData name="Asaf Yogev" userId="81b91011-ee9a-4879-b7fb-79631b447aa1" providerId="ADAL" clId="{A573029A-B24D-4157-B908-5EDA74CE85D5}" dt="2026-02-15T13:23:17.303" v="1045" actId="478"/>
        <pc:sldMkLst>
          <pc:docMk/>
          <pc:sldMk cId="0" sldId="261"/>
        </pc:sldMkLst>
      </pc:sldChg>
      <pc:sldChg chg="addSp delSp modSp add mod addAnim delAnim modAnim">
        <pc:chgData name="Asaf Yogev" userId="81b91011-ee9a-4879-b7fb-79631b447aa1" providerId="ADAL" clId="{A573029A-B24D-4157-B908-5EDA74CE85D5}" dt="2026-02-15T13:22:54.855" v="1044"/>
        <pc:sldMkLst>
          <pc:docMk/>
          <pc:sldMk cId="261810382" sldId="2147376375"/>
        </pc:sldMkLst>
        <pc:spChg chg="add mod">
          <ac:chgData name="Asaf Yogev" userId="81b91011-ee9a-4879-b7fb-79631b447aa1" providerId="ADAL" clId="{A573029A-B24D-4157-B908-5EDA74CE85D5}" dt="2026-02-15T13:22:13.978" v="1036" actId="1076"/>
          <ac:spMkLst>
            <pc:docMk/>
            <pc:sldMk cId="261810382" sldId="2147376375"/>
            <ac:spMk id="21" creationId="{29B61F1D-E177-CA17-CA3F-FD2DEA623B10}"/>
          </ac:spMkLst>
        </pc:spChg>
        <pc:spChg chg="add mod">
          <ac:chgData name="Asaf Yogev" userId="81b91011-ee9a-4879-b7fb-79631b447aa1" providerId="ADAL" clId="{A573029A-B24D-4157-B908-5EDA74CE85D5}" dt="2026-02-15T13:22:13.978" v="1036" actId="1076"/>
          <ac:spMkLst>
            <pc:docMk/>
            <pc:sldMk cId="261810382" sldId="2147376375"/>
            <ac:spMk id="22" creationId="{03DF20CF-0549-F54E-A9E7-BEA5EEB3DAD2}"/>
          </ac:spMkLst>
        </pc:spChg>
        <pc:spChg chg="add mod">
          <ac:chgData name="Asaf Yogev" userId="81b91011-ee9a-4879-b7fb-79631b447aa1" providerId="ADAL" clId="{A573029A-B24D-4157-B908-5EDA74CE85D5}" dt="2026-02-15T13:22:13.978" v="1036" actId="1076"/>
          <ac:spMkLst>
            <pc:docMk/>
            <pc:sldMk cId="261810382" sldId="2147376375"/>
            <ac:spMk id="23" creationId="{70C40B85-F96E-005B-6A35-EBB2747ABC0E}"/>
          </ac:spMkLst>
        </pc:spChg>
        <pc:spChg chg="add mod">
          <ac:chgData name="Asaf Yogev" userId="81b91011-ee9a-4879-b7fb-79631b447aa1" providerId="ADAL" clId="{A573029A-B24D-4157-B908-5EDA74CE85D5}" dt="2026-02-15T13:22:13.978" v="1036" actId="1076"/>
          <ac:spMkLst>
            <pc:docMk/>
            <pc:sldMk cId="261810382" sldId="2147376375"/>
            <ac:spMk id="24" creationId="{570062DD-C6F7-857D-64B2-338BE89F6ADF}"/>
          </ac:spMkLst>
        </pc:spChg>
        <pc:spChg chg="add mod">
          <ac:chgData name="Asaf Yogev" userId="81b91011-ee9a-4879-b7fb-79631b447aa1" providerId="ADAL" clId="{A573029A-B24D-4157-B908-5EDA74CE85D5}" dt="2026-02-15T13:22:13.978" v="1036" actId="1076"/>
          <ac:spMkLst>
            <pc:docMk/>
            <pc:sldMk cId="261810382" sldId="2147376375"/>
            <ac:spMk id="26" creationId="{DFBCCCF8-D6D5-50BF-5475-12D4BDA37172}"/>
          </ac:spMkLst>
        </pc:spChg>
        <pc:spChg chg="add mod">
          <ac:chgData name="Asaf Yogev" userId="81b91011-ee9a-4879-b7fb-79631b447aa1" providerId="ADAL" clId="{A573029A-B24D-4157-B908-5EDA74CE85D5}" dt="2026-02-15T13:22:13.978" v="1036" actId="1076"/>
          <ac:spMkLst>
            <pc:docMk/>
            <pc:sldMk cId="261810382" sldId="2147376375"/>
            <ac:spMk id="27" creationId="{34C13243-FB17-B17D-7F2F-52180A779C5F}"/>
          </ac:spMkLst>
        </pc:spChg>
        <pc:spChg chg="add mod">
          <ac:chgData name="Asaf Yogev" userId="81b91011-ee9a-4879-b7fb-79631b447aa1" providerId="ADAL" clId="{A573029A-B24D-4157-B908-5EDA74CE85D5}" dt="2026-02-15T13:22:01.647" v="1035" actId="1076"/>
          <ac:spMkLst>
            <pc:docMk/>
            <pc:sldMk cId="261810382" sldId="2147376375"/>
            <ac:spMk id="28" creationId="{114E62B8-DEA0-4409-5C9E-B8F42588121B}"/>
          </ac:spMkLst>
        </pc:spChg>
        <pc:spChg chg="add mod">
          <ac:chgData name="Asaf Yogev" userId="81b91011-ee9a-4879-b7fb-79631b447aa1" providerId="ADAL" clId="{A573029A-B24D-4157-B908-5EDA74CE85D5}" dt="2026-02-15T13:22:01.647" v="1035" actId="1076"/>
          <ac:spMkLst>
            <pc:docMk/>
            <pc:sldMk cId="261810382" sldId="2147376375"/>
            <ac:spMk id="29" creationId="{AA69B435-FCB2-8FCA-9566-FAD5567FD9D5}"/>
          </ac:spMkLst>
        </pc:spChg>
        <pc:spChg chg="add mod">
          <ac:chgData name="Asaf Yogev" userId="81b91011-ee9a-4879-b7fb-79631b447aa1" providerId="ADAL" clId="{A573029A-B24D-4157-B908-5EDA74CE85D5}" dt="2026-02-15T13:22:01.647" v="1035" actId="1076"/>
          <ac:spMkLst>
            <pc:docMk/>
            <pc:sldMk cId="261810382" sldId="2147376375"/>
            <ac:spMk id="30" creationId="{ECD7F959-3503-36DD-98A0-3C29D0D44BAF}"/>
          </ac:spMkLst>
        </pc:spChg>
        <pc:spChg chg="add mod">
          <ac:chgData name="Asaf Yogev" userId="81b91011-ee9a-4879-b7fb-79631b447aa1" providerId="ADAL" clId="{A573029A-B24D-4157-B908-5EDA74CE85D5}" dt="2026-02-15T13:22:01.647" v="1035" actId="1076"/>
          <ac:spMkLst>
            <pc:docMk/>
            <pc:sldMk cId="261810382" sldId="2147376375"/>
            <ac:spMk id="31" creationId="{E458482A-0018-BE43-06ED-DBB495EF0A50}"/>
          </ac:spMkLst>
        </pc:spChg>
        <pc:spChg chg="mod">
          <ac:chgData name="Asaf Yogev" userId="81b91011-ee9a-4879-b7fb-79631b447aa1" providerId="ADAL" clId="{A573029A-B24D-4157-B908-5EDA74CE85D5}" dt="2026-02-15T12:38:48.298" v="47" actId="20577"/>
          <ac:spMkLst>
            <pc:docMk/>
            <pc:sldMk cId="261810382" sldId="2147376375"/>
            <ac:spMk id="156" creationId="{FBC33985-384B-1C52-C575-8AF79D31D7DE}"/>
          </ac:spMkLst>
        </pc:spChg>
        <pc:spChg chg="mod ord">
          <ac:chgData name="Asaf Yogev" userId="81b91011-ee9a-4879-b7fb-79631b447aa1" providerId="ADAL" clId="{A573029A-B24D-4157-B908-5EDA74CE85D5}" dt="2026-02-15T13:22:35.185" v="1042" actId="27636"/>
          <ac:spMkLst>
            <pc:docMk/>
            <pc:sldMk cId="261810382" sldId="2147376375"/>
            <ac:spMk id="157" creationId="{CCB79AA3-6053-E77D-DE60-53D9DB007F26}"/>
          </ac:spMkLst>
        </pc:spChg>
        <pc:picChg chg="add mod modCrop">
          <ac:chgData name="Asaf Yogev" userId="81b91011-ee9a-4879-b7fb-79631b447aa1" providerId="ADAL" clId="{A573029A-B24D-4157-B908-5EDA74CE85D5}" dt="2026-02-15T13:22:13.978" v="1036" actId="1076"/>
          <ac:picMkLst>
            <pc:docMk/>
            <pc:sldMk cId="261810382" sldId="2147376375"/>
            <ac:picMk id="16" creationId="{8DF71138-AEAD-96E2-196C-F9C9540E6DC5}"/>
          </ac:picMkLst>
        </pc:picChg>
        <pc:picChg chg="add mod modCrop">
          <ac:chgData name="Asaf Yogev" userId="81b91011-ee9a-4879-b7fb-79631b447aa1" providerId="ADAL" clId="{A573029A-B24D-4157-B908-5EDA74CE85D5}" dt="2026-02-15T13:22:13.978" v="1036" actId="1076"/>
          <ac:picMkLst>
            <pc:docMk/>
            <pc:sldMk cId="261810382" sldId="2147376375"/>
            <ac:picMk id="18" creationId="{1101A9D1-4543-D546-7145-E25FAD14BEC1}"/>
          </ac:picMkLst>
        </pc:picChg>
        <pc:picChg chg="add mod modCrop">
          <ac:chgData name="Asaf Yogev" userId="81b91011-ee9a-4879-b7fb-79631b447aa1" providerId="ADAL" clId="{A573029A-B24D-4157-B908-5EDA74CE85D5}" dt="2026-02-15T13:21:50.183" v="1034" actId="1076"/>
          <ac:picMkLst>
            <pc:docMk/>
            <pc:sldMk cId="261810382" sldId="2147376375"/>
            <ac:picMk id="20" creationId="{B12E0FF9-EA7F-FDD8-8D1B-1FF083394532}"/>
          </ac:picMkLst>
        </pc:picChg>
      </pc:sldChg>
    </pc:docChg>
  </pc:docChgLst>
  <pc:docChgLst>
    <pc:chgData name="Ron Ashwal" userId="b6d6e0f8-3b80-4bed-9a47-f0d1a8e5c380" providerId="ADAL" clId="{125C6E02-B0E5-44F6-AB17-62EEBAADB859}"/>
    <pc:docChg chg="undo custSel modSld">
      <pc:chgData name="Ron Ashwal" userId="b6d6e0f8-3b80-4bed-9a47-f0d1a8e5c380" providerId="ADAL" clId="{125C6E02-B0E5-44F6-AB17-62EEBAADB859}" dt="2026-02-25T08:12:05.787" v="22" actId="478"/>
      <pc:docMkLst>
        <pc:docMk/>
      </pc:docMkLst>
      <pc:sldChg chg="modNotesTx">
        <pc:chgData name="Ron Ashwal" userId="b6d6e0f8-3b80-4bed-9a47-f0d1a8e5c380" providerId="ADAL" clId="{125C6E02-B0E5-44F6-AB17-62EEBAADB859}" dt="2026-02-25T08:01:53.773" v="8" actId="20577"/>
        <pc:sldMkLst>
          <pc:docMk/>
          <pc:sldMk cId="0" sldId="260"/>
        </pc:sldMkLst>
      </pc:sldChg>
      <pc:sldChg chg="modSp">
        <pc:chgData name="Ron Ashwal" userId="b6d6e0f8-3b80-4bed-9a47-f0d1a8e5c380" providerId="ADAL" clId="{125C6E02-B0E5-44F6-AB17-62EEBAADB859}" dt="2026-02-25T08:07:37.740" v="13" actId="13926"/>
        <pc:sldMkLst>
          <pc:docMk/>
          <pc:sldMk cId="997890351" sldId="267"/>
        </pc:sldMkLst>
        <pc:spChg chg="mod">
          <ac:chgData name="Ron Ashwal" userId="b6d6e0f8-3b80-4bed-9a47-f0d1a8e5c380" providerId="ADAL" clId="{125C6E02-B0E5-44F6-AB17-62EEBAADB859}" dt="2026-02-25T08:07:37.740" v="13" actId="13926"/>
          <ac:spMkLst>
            <pc:docMk/>
            <pc:sldMk cId="997890351" sldId="267"/>
            <ac:spMk id="6" creationId="{B08D8C44-736C-0701-20C4-626B5EE461A9}"/>
          </ac:spMkLst>
        </pc:spChg>
      </pc:sldChg>
      <pc:sldChg chg="modSp modAnim">
        <pc:chgData name="Ron Ashwal" userId="b6d6e0f8-3b80-4bed-9a47-f0d1a8e5c380" providerId="ADAL" clId="{125C6E02-B0E5-44F6-AB17-62EEBAADB859}" dt="2026-02-25T08:08:09.838" v="16" actId="20578"/>
        <pc:sldMkLst>
          <pc:docMk/>
          <pc:sldMk cId="473399029" sldId="271"/>
        </pc:sldMkLst>
        <pc:spChg chg="mod">
          <ac:chgData name="Ron Ashwal" userId="b6d6e0f8-3b80-4bed-9a47-f0d1a8e5c380" providerId="ADAL" clId="{125C6E02-B0E5-44F6-AB17-62EEBAADB859}" dt="2026-02-25T08:08:07.506" v="15" actId="20578"/>
          <ac:spMkLst>
            <pc:docMk/>
            <pc:sldMk cId="473399029" sldId="271"/>
            <ac:spMk id="6" creationId="{8D1345C8-D9DA-30F3-3246-D6BE28056FD7}"/>
          </ac:spMkLst>
        </pc:spChg>
      </pc:sldChg>
      <pc:sldChg chg="modSp">
        <pc:chgData name="Ron Ashwal" userId="b6d6e0f8-3b80-4bed-9a47-f0d1a8e5c380" providerId="ADAL" clId="{125C6E02-B0E5-44F6-AB17-62EEBAADB859}" dt="2026-02-25T08:10:06.305" v="21" actId="20577"/>
        <pc:sldMkLst>
          <pc:docMk/>
          <pc:sldMk cId="2187789865" sldId="272"/>
        </pc:sldMkLst>
        <pc:spChg chg="mod">
          <ac:chgData name="Ron Ashwal" userId="b6d6e0f8-3b80-4bed-9a47-f0d1a8e5c380" providerId="ADAL" clId="{125C6E02-B0E5-44F6-AB17-62EEBAADB859}" dt="2026-02-25T08:10:06.305" v="21" actId="20577"/>
          <ac:spMkLst>
            <pc:docMk/>
            <pc:sldMk cId="2187789865" sldId="272"/>
            <ac:spMk id="6" creationId="{ED622D44-1577-7A52-7B69-ACD7311AD2D4}"/>
          </ac:spMkLst>
        </pc:spChg>
      </pc:sldChg>
      <pc:sldChg chg="delSp mod">
        <pc:chgData name="Ron Ashwal" userId="b6d6e0f8-3b80-4bed-9a47-f0d1a8e5c380" providerId="ADAL" clId="{125C6E02-B0E5-44F6-AB17-62EEBAADB859}" dt="2026-02-25T08:12:05.787" v="22" actId="478"/>
        <pc:sldMkLst>
          <pc:docMk/>
          <pc:sldMk cId="462648097" sldId="275"/>
        </pc:sldMkLst>
        <pc:spChg chg="del">
          <ac:chgData name="Ron Ashwal" userId="b6d6e0f8-3b80-4bed-9a47-f0d1a8e5c380" providerId="ADAL" clId="{125C6E02-B0E5-44F6-AB17-62EEBAADB859}" dt="2026-02-25T08:12:05.787" v="22" actId="478"/>
          <ac:spMkLst>
            <pc:docMk/>
            <pc:sldMk cId="462648097" sldId="275"/>
            <ac:spMk id="2" creationId="{AF0CAD50-C8FE-3044-1CDD-DCF2076BF2B3}"/>
          </ac:spMkLst>
        </pc:spChg>
      </pc:sldChg>
      <pc:sldChg chg="modNotesTx">
        <pc:chgData name="Ron Ashwal" userId="b6d6e0f8-3b80-4bed-9a47-f0d1a8e5c380" providerId="ADAL" clId="{125C6E02-B0E5-44F6-AB17-62EEBAADB859}" dt="2026-02-25T08:01:36.608" v="6" actId="20577"/>
        <pc:sldMkLst>
          <pc:docMk/>
          <pc:sldMk cId="2951354582" sldId="2147376370"/>
        </pc:sldMkLst>
      </pc:sldChg>
      <pc:sldChg chg="modSp mod modNotesTx">
        <pc:chgData name="Ron Ashwal" userId="b6d6e0f8-3b80-4bed-9a47-f0d1a8e5c380" providerId="ADAL" clId="{125C6E02-B0E5-44F6-AB17-62EEBAADB859}" dt="2026-02-25T08:01:27.758" v="4" actId="20577"/>
        <pc:sldMkLst>
          <pc:docMk/>
          <pc:sldMk cId="3150182449" sldId="2147376371"/>
        </pc:sldMkLst>
        <pc:graphicFrameChg chg="modGraphic">
          <ac:chgData name="Ron Ashwal" userId="b6d6e0f8-3b80-4bed-9a47-f0d1a8e5c380" providerId="ADAL" clId="{125C6E02-B0E5-44F6-AB17-62EEBAADB859}" dt="2026-02-25T07:57:27.606" v="3" actId="20577"/>
          <ac:graphicFrameMkLst>
            <pc:docMk/>
            <pc:sldMk cId="3150182449" sldId="2147376371"/>
            <ac:graphicFrameMk id="2" creationId="{DBF9E6FF-946C-5CEF-A212-1DCA606DD703}"/>
          </ac:graphicFrameMkLst>
        </pc:graphicFrameChg>
      </pc:sldChg>
      <pc:sldChg chg="modSp mod modNotesTx">
        <pc:chgData name="Ron Ashwal" userId="b6d6e0f8-3b80-4bed-9a47-f0d1a8e5c380" providerId="ADAL" clId="{125C6E02-B0E5-44F6-AB17-62EEBAADB859}" dt="2026-02-25T08:02:12.303" v="10" actId="20577"/>
        <pc:sldMkLst>
          <pc:docMk/>
          <pc:sldMk cId="1902278008" sldId="2147376372"/>
        </pc:sldMkLst>
        <pc:spChg chg="mod">
          <ac:chgData name="Ron Ashwal" userId="b6d6e0f8-3b80-4bed-9a47-f0d1a8e5c380" providerId="ADAL" clId="{125C6E02-B0E5-44F6-AB17-62EEBAADB859}" dt="2026-02-15T12:27:29.321" v="1" actId="1076"/>
          <ac:spMkLst>
            <pc:docMk/>
            <pc:sldMk cId="1902278008" sldId="2147376372"/>
            <ac:spMk id="14" creationId="{5A2C8CE6-9965-6FF7-6A79-E387B2F0DDAB}"/>
          </ac:spMkLst>
        </pc:spChg>
      </pc:sldChg>
      <pc:sldChg chg="modSp mod modNotesTx">
        <pc:chgData name="Ron Ashwal" userId="b6d6e0f8-3b80-4bed-9a47-f0d1a8e5c380" providerId="ADAL" clId="{125C6E02-B0E5-44F6-AB17-62EEBAADB859}" dt="2026-02-25T08:03:32.350" v="12" actId="20577"/>
        <pc:sldMkLst>
          <pc:docMk/>
          <pc:sldMk cId="2147254807" sldId="2147376373"/>
        </pc:sldMkLst>
        <pc:spChg chg="mod">
          <ac:chgData name="Ron Ashwal" userId="b6d6e0f8-3b80-4bed-9a47-f0d1a8e5c380" providerId="ADAL" clId="{125C6E02-B0E5-44F6-AB17-62EEBAADB859}" dt="2026-02-25T08:03:32.350" v="12" actId="20577"/>
          <ac:spMkLst>
            <pc:docMk/>
            <pc:sldMk cId="2147254807" sldId="2147376373"/>
            <ac:spMk id="3" creationId="{4F39D04E-4B17-24F5-97B0-58FBE91859ED}"/>
          </ac:spMkLst>
        </pc:spChg>
        <pc:spChg chg="mod">
          <ac:chgData name="Ron Ashwal" userId="b6d6e0f8-3b80-4bed-9a47-f0d1a8e5c380" providerId="ADAL" clId="{125C6E02-B0E5-44F6-AB17-62EEBAADB859}" dt="2026-02-25T08:03:29.130" v="11" actId="20577"/>
          <ac:spMkLst>
            <pc:docMk/>
            <pc:sldMk cId="2147254807" sldId="2147376373"/>
            <ac:spMk id="13" creationId="{D738A0A9-9B2F-1036-8ED1-68D3089BB217}"/>
          </ac:spMkLst>
        </pc:spChg>
      </pc:sldChg>
      <pc:sldChg chg="modNotesTx">
        <pc:chgData name="Ron Ashwal" userId="b6d6e0f8-3b80-4bed-9a47-f0d1a8e5c380" providerId="ADAL" clId="{125C6E02-B0E5-44F6-AB17-62EEBAADB859}" dt="2026-02-25T08:01:49.122" v="7" actId="20577"/>
        <pc:sldMkLst>
          <pc:docMk/>
          <pc:sldMk cId="261810382" sldId="2147376375"/>
        </pc:sldMkLst>
      </pc:sldChg>
      <pc:sldChg chg="modNotesTx">
        <pc:chgData name="Ron Ashwal" userId="b6d6e0f8-3b80-4bed-9a47-f0d1a8e5c380" providerId="ADAL" clId="{125C6E02-B0E5-44F6-AB17-62EEBAADB859}" dt="2026-02-25T08:01:32.874" v="5" actId="20577"/>
        <pc:sldMkLst>
          <pc:docMk/>
          <pc:sldMk cId="2906614472" sldId="2147376376"/>
        </pc:sldMkLst>
      </pc:sldChg>
    </pc:docChg>
  </pc:docChgLst>
  <pc:docChgLst>
    <pc:chgData name="Chen Almog" userId="f734cb94-919d-4f50-85ac-d8460ce60fec" providerId="ADAL" clId="{0074B2CF-1D7A-4B64-9343-F324BA90EAA6}"/>
    <pc:docChg chg="undo custSel modSld">
      <pc:chgData name="Chen Almog" userId="f734cb94-919d-4f50-85ac-d8460ce60fec" providerId="ADAL" clId="{0074B2CF-1D7A-4B64-9343-F324BA90EAA6}" dt="2026-02-16T14:49:24.256" v="556" actId="20577"/>
      <pc:docMkLst>
        <pc:docMk/>
      </pc:docMkLst>
      <pc:sldChg chg="addSp modSp mod">
        <pc:chgData name="Chen Almog" userId="f734cb94-919d-4f50-85ac-d8460ce60fec" providerId="ADAL" clId="{0074B2CF-1D7A-4B64-9343-F324BA90EAA6}" dt="2026-02-16T14:49:24.256" v="556" actId="20577"/>
        <pc:sldMkLst>
          <pc:docMk/>
          <pc:sldMk cId="3150182449" sldId="2147376371"/>
        </pc:sldMkLst>
        <pc:graphicFrameChg chg="mod modGraphic">
          <ac:chgData name="Chen Almog" userId="f734cb94-919d-4f50-85ac-d8460ce60fec" providerId="ADAL" clId="{0074B2CF-1D7A-4B64-9343-F324BA90EAA6}" dt="2026-02-16T14:49:24.256" v="556" actId="20577"/>
          <ac:graphicFrameMkLst>
            <pc:docMk/>
            <pc:sldMk cId="3150182449" sldId="2147376371"/>
            <ac:graphicFrameMk id="2" creationId="{DBF9E6FF-946C-5CEF-A212-1DCA606DD703}"/>
          </ac:graphicFrameMkLst>
        </pc:graphicFrameChg>
      </pc:sldChg>
    </pc:docChg>
  </pc:docChgLst>
  <pc:docChgLst>
    <pc:chgData name="Asaf Yogev" userId="81b91011-ee9a-4879-b7fb-79631b447aa1" providerId="ADAL" clId="{D37A6071-AC91-4458-BDC2-D913A5B6A834}"/>
    <pc:docChg chg="undo redo custSel addSld delSld modSld sldOrd">
      <pc:chgData name="Asaf Yogev" userId="81b91011-ee9a-4879-b7fb-79631b447aa1" providerId="ADAL" clId="{D37A6071-AC91-4458-BDC2-D913A5B6A834}" dt="2026-02-18T09:40:08.755" v="6882" actId="478"/>
      <pc:docMkLst>
        <pc:docMk/>
      </pc:docMkLst>
      <pc:sldChg chg="addSp modSp mod">
        <pc:chgData name="Asaf Yogev" userId="81b91011-ee9a-4879-b7fb-79631b447aa1" providerId="ADAL" clId="{D37A6071-AC91-4458-BDC2-D913A5B6A834}" dt="2026-02-02T13:28:48.083" v="25" actId="1076"/>
        <pc:sldMkLst>
          <pc:docMk/>
          <pc:sldMk cId="0" sldId="256"/>
        </pc:sldMkLst>
        <pc:spChg chg="mod">
          <ac:chgData name="Asaf Yogev" userId="81b91011-ee9a-4879-b7fb-79631b447aa1" providerId="ADAL" clId="{D37A6071-AC91-4458-BDC2-D913A5B6A834}" dt="2026-02-02T13:27:57.910" v="18" actId="20577"/>
          <ac:spMkLst>
            <pc:docMk/>
            <pc:sldMk cId="0" sldId="256"/>
            <ac:spMk id="118" creationId="{00000000-0000-0000-0000-000000000000}"/>
          </ac:spMkLst>
        </pc:spChg>
        <pc:picChg chg="add mod">
          <ac:chgData name="Asaf Yogev" userId="81b91011-ee9a-4879-b7fb-79631b447aa1" providerId="ADAL" clId="{D37A6071-AC91-4458-BDC2-D913A5B6A834}" dt="2026-02-02T13:28:48.083" v="25" actId="1076"/>
          <ac:picMkLst>
            <pc:docMk/>
            <pc:sldMk cId="0" sldId="256"/>
            <ac:picMk id="2" creationId="{8C32B1F3-F1B2-7966-6B9E-0D34BB7E705B}"/>
          </ac:picMkLst>
        </pc:picChg>
      </pc:sldChg>
      <pc:sldChg chg="modSp mod ord">
        <pc:chgData name="Asaf Yogev" userId="81b91011-ee9a-4879-b7fb-79631b447aa1" providerId="ADAL" clId="{D37A6071-AC91-4458-BDC2-D913A5B6A834}" dt="2026-02-18T06:04:01.662" v="6356" actId="1076"/>
        <pc:sldMkLst>
          <pc:docMk/>
          <pc:sldMk cId="0" sldId="258"/>
        </pc:sldMkLst>
        <pc:spChg chg="mod">
          <ac:chgData name="Asaf Yogev" userId="81b91011-ee9a-4879-b7fb-79631b447aa1" providerId="ADAL" clId="{D37A6071-AC91-4458-BDC2-D913A5B6A834}" dt="2026-02-03T09:24:06.394" v="1798" actId="14100"/>
          <ac:spMkLst>
            <pc:docMk/>
            <pc:sldMk cId="0" sldId="258"/>
            <ac:spMk id="139" creationId="{00000000-0000-0000-0000-000000000000}"/>
          </ac:spMkLst>
        </pc:spChg>
        <pc:picChg chg="mod">
          <ac:chgData name="Asaf Yogev" userId="81b91011-ee9a-4879-b7fb-79631b447aa1" providerId="ADAL" clId="{D37A6071-AC91-4458-BDC2-D913A5B6A834}" dt="2026-02-02T13:29:31.549" v="26" actId="1076"/>
          <ac:picMkLst>
            <pc:docMk/>
            <pc:sldMk cId="0" sldId="258"/>
            <ac:picMk id="138" creationId="{00000000-0000-0000-0000-000000000000}"/>
          </ac:picMkLst>
        </pc:picChg>
        <pc:picChg chg="mod">
          <ac:chgData name="Asaf Yogev" userId="81b91011-ee9a-4879-b7fb-79631b447aa1" providerId="ADAL" clId="{D37A6071-AC91-4458-BDC2-D913A5B6A834}" dt="2026-02-18T06:04:01.662" v="6356" actId="1076"/>
          <ac:picMkLst>
            <pc:docMk/>
            <pc:sldMk cId="0" sldId="258"/>
            <ac:picMk id="140" creationId="{00000000-0000-0000-0000-000000000000}"/>
          </ac:picMkLst>
        </pc:picChg>
      </pc:sldChg>
      <pc:sldChg chg="addSp delSp modSp mod modNotesTx">
        <pc:chgData name="Asaf Yogev" userId="81b91011-ee9a-4879-b7fb-79631b447aa1" providerId="ADAL" clId="{D37A6071-AC91-4458-BDC2-D913A5B6A834}" dt="2026-02-12T10:54:42.054" v="5150"/>
        <pc:sldMkLst>
          <pc:docMk/>
          <pc:sldMk cId="0" sldId="260"/>
        </pc:sldMkLst>
        <pc:spChg chg="add mod">
          <ac:chgData name="Asaf Yogev" userId="81b91011-ee9a-4879-b7fb-79631b447aa1" providerId="ADAL" clId="{D37A6071-AC91-4458-BDC2-D913A5B6A834}" dt="2026-02-02T14:26:58.263" v="581" actId="1076"/>
          <ac:spMkLst>
            <pc:docMk/>
            <pc:sldMk cId="0" sldId="260"/>
            <ac:spMk id="7" creationId="{5CD5B801-7A38-8160-442A-03D546478498}"/>
          </ac:spMkLst>
        </pc:spChg>
        <pc:spChg chg="add mod">
          <ac:chgData name="Asaf Yogev" userId="81b91011-ee9a-4879-b7fb-79631b447aa1" providerId="ADAL" clId="{D37A6071-AC91-4458-BDC2-D913A5B6A834}" dt="2026-02-02T14:26:58.263" v="581" actId="1076"/>
          <ac:spMkLst>
            <pc:docMk/>
            <pc:sldMk cId="0" sldId="260"/>
            <ac:spMk id="8" creationId="{D505D021-D39C-0A68-E10D-BBF5D92FCED3}"/>
          </ac:spMkLst>
        </pc:spChg>
        <pc:spChg chg="add mod">
          <ac:chgData name="Asaf Yogev" userId="81b91011-ee9a-4879-b7fb-79631b447aa1" providerId="ADAL" clId="{D37A6071-AC91-4458-BDC2-D913A5B6A834}" dt="2026-02-02T14:26:58.263" v="581" actId="1076"/>
          <ac:spMkLst>
            <pc:docMk/>
            <pc:sldMk cId="0" sldId="260"/>
            <ac:spMk id="9" creationId="{02AB34A6-E2E6-96D9-7DF8-D795F5F67B37}"/>
          </ac:spMkLst>
        </pc:spChg>
        <pc:spChg chg="mod">
          <ac:chgData name="Asaf Yogev" userId="81b91011-ee9a-4879-b7fb-79631b447aa1" providerId="ADAL" clId="{D37A6071-AC91-4458-BDC2-D913A5B6A834}" dt="2026-02-08T07:12:25.148" v="4820" actId="14100"/>
          <ac:spMkLst>
            <pc:docMk/>
            <pc:sldMk cId="0" sldId="260"/>
            <ac:spMk id="156" creationId="{00000000-0000-0000-0000-000000000000}"/>
          </ac:spMkLst>
        </pc:spChg>
        <pc:spChg chg="mod">
          <ac:chgData name="Asaf Yogev" userId="81b91011-ee9a-4879-b7fb-79631b447aa1" providerId="ADAL" clId="{D37A6071-AC91-4458-BDC2-D913A5B6A834}" dt="2026-02-12T10:54:42.054" v="5150"/>
          <ac:spMkLst>
            <pc:docMk/>
            <pc:sldMk cId="0" sldId="260"/>
            <ac:spMk id="157" creationId="{00000000-0000-0000-0000-000000000000}"/>
          </ac:spMkLst>
        </pc:spChg>
        <pc:picChg chg="add mod">
          <ac:chgData name="Asaf Yogev" userId="81b91011-ee9a-4879-b7fb-79631b447aa1" providerId="ADAL" clId="{D37A6071-AC91-4458-BDC2-D913A5B6A834}" dt="2026-02-08T07:12:33.836" v="4824" actId="1076"/>
          <ac:picMkLst>
            <pc:docMk/>
            <pc:sldMk cId="0" sldId="260"/>
            <ac:picMk id="2" creationId="{7C614C99-59AE-7F27-F0DE-31C4D9838F96}"/>
          </ac:picMkLst>
        </pc:picChg>
        <pc:picChg chg="add mod">
          <ac:chgData name="Asaf Yogev" userId="81b91011-ee9a-4879-b7fb-79631b447aa1" providerId="ADAL" clId="{D37A6071-AC91-4458-BDC2-D913A5B6A834}" dt="2026-02-02T14:26:58.263" v="581" actId="1076"/>
          <ac:picMkLst>
            <pc:docMk/>
            <pc:sldMk cId="0" sldId="260"/>
            <ac:picMk id="3" creationId="{EBA602B6-3B2A-FC97-5D66-8A2D442F4A59}"/>
          </ac:picMkLst>
        </pc:picChg>
        <pc:picChg chg="add mod">
          <ac:chgData name="Asaf Yogev" userId="81b91011-ee9a-4879-b7fb-79631b447aa1" providerId="ADAL" clId="{D37A6071-AC91-4458-BDC2-D913A5B6A834}" dt="2026-02-08T07:12:41.635" v="4825" actId="1076"/>
          <ac:picMkLst>
            <pc:docMk/>
            <pc:sldMk cId="0" sldId="260"/>
            <ac:picMk id="10" creationId="{B158CF1E-11E3-69B6-ED11-71C817E60A28}"/>
          </ac:picMkLst>
        </pc:picChg>
        <pc:picChg chg="add mod">
          <ac:chgData name="Asaf Yogev" userId="81b91011-ee9a-4879-b7fb-79631b447aa1" providerId="ADAL" clId="{D37A6071-AC91-4458-BDC2-D913A5B6A834}" dt="2026-02-02T14:26:58.263" v="581" actId="1076"/>
          <ac:picMkLst>
            <pc:docMk/>
            <pc:sldMk cId="0" sldId="260"/>
            <ac:picMk id="12" creationId="{96FF4DA8-727D-4351-BB7F-C927E1733F6B}"/>
          </ac:picMkLst>
        </pc:picChg>
        <pc:picChg chg="add mod">
          <ac:chgData name="Asaf Yogev" userId="81b91011-ee9a-4879-b7fb-79631b447aa1" providerId="ADAL" clId="{D37A6071-AC91-4458-BDC2-D913A5B6A834}" dt="2026-02-02T14:26:58.263" v="581" actId="1076"/>
          <ac:picMkLst>
            <pc:docMk/>
            <pc:sldMk cId="0" sldId="260"/>
            <ac:picMk id="13" creationId="{C3BC5A44-EF95-7E36-7801-58FD4B0BDAB3}"/>
          </ac:picMkLst>
        </pc:picChg>
        <pc:cxnChg chg="add mod">
          <ac:chgData name="Asaf Yogev" userId="81b91011-ee9a-4879-b7fb-79631b447aa1" providerId="ADAL" clId="{D37A6071-AC91-4458-BDC2-D913A5B6A834}" dt="2026-02-02T14:26:58.263" v="581" actId="1076"/>
          <ac:cxnSpMkLst>
            <pc:docMk/>
            <pc:sldMk cId="0" sldId="260"/>
            <ac:cxnSpMk id="4" creationId="{CD15198C-4F81-6E81-84F2-2629D675D9BB}"/>
          </ac:cxnSpMkLst>
        </pc:cxnChg>
        <pc:cxnChg chg="add mod">
          <ac:chgData name="Asaf Yogev" userId="81b91011-ee9a-4879-b7fb-79631b447aa1" providerId="ADAL" clId="{D37A6071-AC91-4458-BDC2-D913A5B6A834}" dt="2026-02-02T14:26:58.263" v="581" actId="1076"/>
          <ac:cxnSpMkLst>
            <pc:docMk/>
            <pc:sldMk cId="0" sldId="260"/>
            <ac:cxnSpMk id="6" creationId="{77116BA0-C872-17DB-7261-82779BEA24F1}"/>
          </ac:cxnSpMkLst>
        </pc:cxnChg>
      </pc:sldChg>
      <pc:sldChg chg="addSp delSp modSp mod modAnim">
        <pc:chgData name="Asaf Yogev" userId="81b91011-ee9a-4879-b7fb-79631b447aa1" providerId="ADAL" clId="{D37A6071-AC91-4458-BDC2-D913A5B6A834}" dt="2026-02-12T10:33:48.844" v="4897" actId="113"/>
        <pc:sldMkLst>
          <pc:docMk/>
          <pc:sldMk cId="0" sldId="261"/>
        </pc:sldMkLst>
        <pc:spChg chg="add mod">
          <ac:chgData name="Asaf Yogev" userId="81b91011-ee9a-4879-b7fb-79631b447aa1" providerId="ADAL" clId="{D37A6071-AC91-4458-BDC2-D913A5B6A834}" dt="2026-02-12T10:33:48.844" v="4897" actId="113"/>
          <ac:spMkLst>
            <pc:docMk/>
            <pc:sldMk cId="0" sldId="261"/>
            <ac:spMk id="6" creationId="{57F0D325-6516-A22B-F510-9EDCD4D6A1AB}"/>
          </ac:spMkLst>
        </pc:spChg>
        <pc:spChg chg="add mod">
          <ac:chgData name="Asaf Yogev" userId="81b91011-ee9a-4879-b7fb-79631b447aa1" providerId="ADAL" clId="{D37A6071-AC91-4458-BDC2-D913A5B6A834}" dt="2026-02-02T14:28:09.561" v="596" actId="1076"/>
          <ac:spMkLst>
            <pc:docMk/>
            <pc:sldMk cId="0" sldId="261"/>
            <ac:spMk id="7" creationId="{793A14FA-2865-AD3A-25A6-A53A366A2A3B}"/>
          </ac:spMkLst>
        </pc:spChg>
        <pc:spChg chg="add mod">
          <ac:chgData name="Asaf Yogev" userId="81b91011-ee9a-4879-b7fb-79631b447aa1" providerId="ADAL" clId="{D37A6071-AC91-4458-BDC2-D913A5B6A834}" dt="2026-02-02T14:28:41.697" v="606" actId="1076"/>
          <ac:spMkLst>
            <pc:docMk/>
            <pc:sldMk cId="0" sldId="261"/>
            <ac:spMk id="9" creationId="{3DAD7D5A-06B3-CB71-5B38-1970188256F3}"/>
          </ac:spMkLst>
        </pc:spChg>
        <pc:spChg chg="add mod">
          <ac:chgData name="Asaf Yogev" userId="81b91011-ee9a-4879-b7fb-79631b447aa1" providerId="ADAL" clId="{D37A6071-AC91-4458-BDC2-D913A5B6A834}" dt="2026-02-02T14:28:09.561" v="596" actId="1076"/>
          <ac:spMkLst>
            <pc:docMk/>
            <pc:sldMk cId="0" sldId="261"/>
            <ac:spMk id="10" creationId="{C602D719-8E84-A08D-C918-362FAD24EFC8}"/>
          </ac:spMkLst>
        </pc:spChg>
        <pc:spChg chg="add mod">
          <ac:chgData name="Asaf Yogev" userId="81b91011-ee9a-4879-b7fb-79631b447aa1" providerId="ADAL" clId="{D37A6071-AC91-4458-BDC2-D913A5B6A834}" dt="2026-02-02T14:28:41.697" v="606" actId="1076"/>
          <ac:spMkLst>
            <pc:docMk/>
            <pc:sldMk cId="0" sldId="261"/>
            <ac:spMk id="13" creationId="{47BF7374-4D80-50F3-B38E-44AA7F070293}"/>
          </ac:spMkLst>
        </pc:spChg>
        <pc:spChg chg="mod">
          <ac:chgData name="Asaf Yogev" userId="81b91011-ee9a-4879-b7fb-79631b447aa1" providerId="ADAL" clId="{D37A6071-AC91-4458-BDC2-D913A5B6A834}" dt="2026-02-02T14:28:41.697" v="606" actId="1076"/>
          <ac:spMkLst>
            <pc:docMk/>
            <pc:sldMk cId="0" sldId="261"/>
            <ac:spMk id="15" creationId="{594BB499-4FD2-AED3-E0FB-2AE5671818C8}"/>
          </ac:spMkLst>
        </pc:spChg>
        <pc:spChg chg="add mod">
          <ac:chgData name="Asaf Yogev" userId="81b91011-ee9a-4879-b7fb-79631b447aa1" providerId="ADAL" clId="{D37A6071-AC91-4458-BDC2-D913A5B6A834}" dt="2026-02-02T14:28:41.697" v="606" actId="1076"/>
          <ac:spMkLst>
            <pc:docMk/>
            <pc:sldMk cId="0" sldId="261"/>
            <ac:spMk id="17" creationId="{9AF372B3-4175-9F65-AE2D-F036C168167D}"/>
          </ac:spMkLst>
        </pc:spChg>
        <pc:spChg chg="add mod">
          <ac:chgData name="Asaf Yogev" userId="81b91011-ee9a-4879-b7fb-79631b447aa1" providerId="ADAL" clId="{D37A6071-AC91-4458-BDC2-D913A5B6A834}" dt="2026-02-02T14:28:41.697" v="606" actId="1076"/>
          <ac:spMkLst>
            <pc:docMk/>
            <pc:sldMk cId="0" sldId="261"/>
            <ac:spMk id="19" creationId="{11DC550F-E086-DDF4-4EA5-8C62659A4ABB}"/>
          </ac:spMkLst>
        </pc:spChg>
        <pc:spChg chg="add mod">
          <ac:chgData name="Asaf Yogev" userId="81b91011-ee9a-4879-b7fb-79631b447aa1" providerId="ADAL" clId="{D37A6071-AC91-4458-BDC2-D913A5B6A834}" dt="2026-02-02T14:28:41.697" v="606" actId="1076"/>
          <ac:spMkLst>
            <pc:docMk/>
            <pc:sldMk cId="0" sldId="261"/>
            <ac:spMk id="20" creationId="{FE9FE1D2-D8F0-0B53-B490-0F56BDD5759B}"/>
          </ac:spMkLst>
        </pc:spChg>
        <pc:spChg chg="add mod">
          <ac:chgData name="Asaf Yogev" userId="81b91011-ee9a-4879-b7fb-79631b447aa1" providerId="ADAL" clId="{D37A6071-AC91-4458-BDC2-D913A5B6A834}" dt="2026-02-02T14:28:41.697" v="606" actId="1076"/>
          <ac:spMkLst>
            <pc:docMk/>
            <pc:sldMk cId="0" sldId="261"/>
            <ac:spMk id="21" creationId="{E72A19E8-2C87-2AA6-B1B9-A9E42641FE26}"/>
          </ac:spMkLst>
        </pc:spChg>
        <pc:spChg chg="add mod">
          <ac:chgData name="Asaf Yogev" userId="81b91011-ee9a-4879-b7fb-79631b447aa1" providerId="ADAL" clId="{D37A6071-AC91-4458-BDC2-D913A5B6A834}" dt="2026-02-02T14:28:41.697" v="606" actId="1076"/>
          <ac:spMkLst>
            <pc:docMk/>
            <pc:sldMk cId="0" sldId="261"/>
            <ac:spMk id="23" creationId="{2E9BDD3B-5B9B-5714-5832-94AF70C12317}"/>
          </ac:spMkLst>
        </pc:spChg>
        <pc:spChg chg="mod">
          <ac:chgData name="Asaf Yogev" userId="81b91011-ee9a-4879-b7fb-79631b447aa1" providerId="ADAL" clId="{D37A6071-AC91-4458-BDC2-D913A5B6A834}" dt="2026-02-02T14:28:41.697" v="606" actId="1076"/>
          <ac:spMkLst>
            <pc:docMk/>
            <pc:sldMk cId="0" sldId="261"/>
            <ac:spMk id="24" creationId="{6B9BF872-CA6A-2ABB-BFC5-8CD0A86ED64B}"/>
          </ac:spMkLst>
        </pc:spChg>
        <pc:spChg chg="mod">
          <ac:chgData name="Asaf Yogev" userId="81b91011-ee9a-4879-b7fb-79631b447aa1" providerId="ADAL" clId="{D37A6071-AC91-4458-BDC2-D913A5B6A834}" dt="2026-02-02T14:28:41.697" v="606" actId="1076"/>
          <ac:spMkLst>
            <pc:docMk/>
            <pc:sldMk cId="0" sldId="261"/>
            <ac:spMk id="26" creationId="{28174AB3-AF40-D883-6FDD-1CA444511411}"/>
          </ac:spMkLst>
        </pc:spChg>
        <pc:spChg chg="add mod">
          <ac:chgData name="Asaf Yogev" userId="81b91011-ee9a-4879-b7fb-79631b447aa1" providerId="ADAL" clId="{D37A6071-AC91-4458-BDC2-D913A5B6A834}" dt="2026-02-08T07:13:35.973" v="4837" actId="20577"/>
          <ac:spMkLst>
            <pc:docMk/>
            <pc:sldMk cId="0" sldId="261"/>
            <ac:spMk id="27" creationId="{A79A2399-D9E4-86E6-8466-8134431CFD27}"/>
          </ac:spMkLst>
        </pc:spChg>
        <pc:picChg chg="mod">
          <ac:chgData name="Asaf Yogev" userId="81b91011-ee9a-4879-b7fb-79631b447aa1" providerId="ADAL" clId="{D37A6071-AC91-4458-BDC2-D913A5B6A834}" dt="2026-02-02T14:28:32.414" v="605" actId="14100"/>
          <ac:picMkLst>
            <pc:docMk/>
            <pc:sldMk cId="0" sldId="261"/>
            <ac:picMk id="8" creationId="{862DD006-C318-51BB-ACC8-BFFC0D43E327}"/>
          </ac:picMkLst>
        </pc:picChg>
      </pc:sldChg>
      <pc:sldChg chg="addSp delSp modSp add mod delAnim modAnim">
        <pc:chgData name="Asaf Yogev" userId="81b91011-ee9a-4879-b7fb-79631b447aa1" providerId="ADAL" clId="{D37A6071-AC91-4458-BDC2-D913A5B6A834}" dt="2026-02-12T10:54:42.054" v="5150"/>
        <pc:sldMkLst>
          <pc:docMk/>
          <pc:sldMk cId="997890351" sldId="267"/>
        </pc:sldMkLst>
        <pc:spChg chg="add mod">
          <ac:chgData name="Asaf Yogev" userId="81b91011-ee9a-4879-b7fb-79631b447aa1" providerId="ADAL" clId="{D37A6071-AC91-4458-BDC2-D913A5B6A834}" dt="2026-02-02T14:30:52.465" v="699" actId="113"/>
          <ac:spMkLst>
            <pc:docMk/>
            <pc:sldMk cId="997890351" sldId="267"/>
            <ac:spMk id="4" creationId="{4068DD8B-0606-FFFA-2E2A-60EDECEF45EF}"/>
          </ac:spMkLst>
        </pc:spChg>
        <pc:spChg chg="mod">
          <ac:chgData name="Asaf Yogev" userId="81b91011-ee9a-4879-b7fb-79631b447aa1" providerId="ADAL" clId="{D37A6071-AC91-4458-BDC2-D913A5B6A834}" dt="2026-02-12T10:54:42.054" v="5150"/>
          <ac:spMkLst>
            <pc:docMk/>
            <pc:sldMk cId="997890351" sldId="267"/>
            <ac:spMk id="6" creationId="{B08D8C44-736C-0701-20C4-626B5EE461A9}"/>
          </ac:spMkLst>
        </pc:spChg>
        <pc:spChg chg="add mod">
          <ac:chgData name="Asaf Yogev" userId="81b91011-ee9a-4879-b7fb-79631b447aa1" providerId="ADAL" clId="{D37A6071-AC91-4458-BDC2-D913A5B6A834}" dt="2026-02-08T07:13:51.721" v="4841"/>
          <ac:spMkLst>
            <pc:docMk/>
            <pc:sldMk cId="997890351" sldId="267"/>
            <ac:spMk id="8" creationId="{A553ED42-162F-F7D0-E5EC-069F19266D24}"/>
          </ac:spMkLst>
        </pc:spChg>
        <pc:spChg chg="add mod">
          <ac:chgData name="Asaf Yogev" userId="81b91011-ee9a-4879-b7fb-79631b447aa1" providerId="ADAL" clId="{D37A6071-AC91-4458-BDC2-D913A5B6A834}" dt="2026-02-02T14:30:42.939" v="694" actId="1076"/>
          <ac:spMkLst>
            <pc:docMk/>
            <pc:sldMk cId="997890351" sldId="267"/>
            <ac:spMk id="28" creationId="{19FD251C-5FBE-69E9-48CC-50B479D933E5}"/>
          </ac:spMkLst>
        </pc:spChg>
      </pc:sldChg>
      <pc:sldChg chg="addSp delSp modSp add mod ord delAnim modAnim modNotesTx">
        <pc:chgData name="Asaf Yogev" userId="81b91011-ee9a-4879-b7fb-79631b447aa1" providerId="ADAL" clId="{D37A6071-AC91-4458-BDC2-D913A5B6A834}" dt="2026-02-16T15:04:37.507" v="5356"/>
        <pc:sldMkLst>
          <pc:docMk/>
          <pc:sldMk cId="592760735" sldId="268"/>
        </pc:sldMkLst>
        <pc:spChg chg="mod">
          <ac:chgData name="Asaf Yogev" userId="81b91011-ee9a-4879-b7fb-79631b447aa1" providerId="ADAL" clId="{D37A6071-AC91-4458-BDC2-D913A5B6A834}" dt="2026-02-02T14:31:50.459" v="703" actId="20577"/>
          <ac:spMkLst>
            <pc:docMk/>
            <pc:sldMk cId="592760735" sldId="268"/>
            <ac:spMk id="6" creationId="{86383C8D-D8B7-0564-B079-5054B1790ACF}"/>
          </ac:spMkLst>
        </pc:spChg>
        <pc:spChg chg="add mod">
          <ac:chgData name="Asaf Yogev" userId="81b91011-ee9a-4879-b7fb-79631b447aa1" providerId="ADAL" clId="{D37A6071-AC91-4458-BDC2-D913A5B6A834}" dt="2026-02-02T14:33:40.808" v="714"/>
          <ac:spMkLst>
            <pc:docMk/>
            <pc:sldMk cId="592760735" sldId="268"/>
            <ac:spMk id="8" creationId="{C8E26090-7CDA-07C3-3E83-87A54C85F834}"/>
          </ac:spMkLst>
        </pc:spChg>
        <pc:graphicFrameChg chg="add mod">
          <ac:chgData name="Asaf Yogev" userId="81b91011-ee9a-4879-b7fb-79631b447aa1" providerId="ADAL" clId="{D37A6071-AC91-4458-BDC2-D913A5B6A834}" dt="2026-02-02T14:33:40.808" v="714"/>
          <ac:graphicFrameMkLst>
            <pc:docMk/>
            <pc:sldMk cId="592760735" sldId="268"/>
            <ac:graphicFrameMk id="9" creationId="{0E819D13-9CA3-8D47-9C95-82E6CB886018}"/>
          </ac:graphicFrameMkLst>
        </pc:graphicFrameChg>
        <pc:graphicFrameChg chg="add mod modGraphic">
          <ac:chgData name="Asaf Yogev" userId="81b91011-ee9a-4879-b7fb-79631b447aa1" providerId="ADAL" clId="{D37A6071-AC91-4458-BDC2-D913A5B6A834}" dt="2026-02-12T11:10:05.752" v="5243" actId="20577"/>
          <ac:graphicFrameMkLst>
            <pc:docMk/>
            <pc:sldMk cId="592760735" sldId="268"/>
            <ac:graphicFrameMk id="10" creationId="{3F232CA8-9F19-99AC-6AA4-529436815E27}"/>
          </ac:graphicFrameMkLst>
        </pc:graphicFrameChg>
        <pc:graphicFrameChg chg="add mod">
          <ac:chgData name="Asaf Yogev" userId="81b91011-ee9a-4879-b7fb-79631b447aa1" providerId="ADAL" clId="{D37A6071-AC91-4458-BDC2-D913A5B6A834}" dt="2026-02-02T14:33:40.808" v="714"/>
          <ac:graphicFrameMkLst>
            <pc:docMk/>
            <pc:sldMk cId="592760735" sldId="268"/>
            <ac:graphicFrameMk id="11" creationId="{92277B44-885E-8D4C-726F-4D4D310C698F}"/>
          </ac:graphicFrameMkLst>
        </pc:graphicFrameChg>
        <pc:graphicFrameChg chg="add mod">
          <ac:chgData name="Asaf Yogev" userId="81b91011-ee9a-4879-b7fb-79631b447aa1" providerId="ADAL" clId="{D37A6071-AC91-4458-BDC2-D913A5B6A834}" dt="2026-02-02T14:33:40.808" v="714"/>
          <ac:graphicFrameMkLst>
            <pc:docMk/>
            <pc:sldMk cId="592760735" sldId="268"/>
            <ac:graphicFrameMk id="12" creationId="{6C9F44B0-5463-7FEB-3CB9-87A1B0BC2F41}"/>
          </ac:graphicFrameMkLst>
        </pc:graphicFrameChg>
      </pc:sldChg>
      <pc:sldChg chg="addSp delSp modSp add mod delAnim modAnim">
        <pc:chgData name="Asaf Yogev" userId="81b91011-ee9a-4879-b7fb-79631b447aa1" providerId="ADAL" clId="{D37A6071-AC91-4458-BDC2-D913A5B6A834}" dt="2026-02-18T06:22:30.369" v="6547" actId="20577"/>
        <pc:sldMkLst>
          <pc:docMk/>
          <pc:sldMk cId="473399029" sldId="271"/>
        </pc:sldMkLst>
        <pc:spChg chg="mod">
          <ac:chgData name="Asaf Yogev" userId="81b91011-ee9a-4879-b7fb-79631b447aa1" providerId="ADAL" clId="{D37A6071-AC91-4458-BDC2-D913A5B6A834}" dt="2026-02-18T06:22:30.369" v="6547" actId="20577"/>
          <ac:spMkLst>
            <pc:docMk/>
            <pc:sldMk cId="473399029" sldId="271"/>
            <ac:spMk id="6" creationId="{8D1345C8-D9DA-30F3-3246-D6BE28056FD7}"/>
          </ac:spMkLst>
        </pc:spChg>
        <pc:spChg chg="add mod">
          <ac:chgData name="Asaf Yogev" userId="81b91011-ee9a-4879-b7fb-79631b447aa1" providerId="ADAL" clId="{D37A6071-AC91-4458-BDC2-D913A5B6A834}" dt="2026-02-03T07:46:29.768" v="1498" actId="1076"/>
          <ac:spMkLst>
            <pc:docMk/>
            <pc:sldMk cId="473399029" sldId="271"/>
            <ac:spMk id="9" creationId="{0400E21B-F405-ED79-E2E1-55FD534BFF5E}"/>
          </ac:spMkLst>
        </pc:spChg>
        <pc:spChg chg="add mod">
          <ac:chgData name="Asaf Yogev" userId="81b91011-ee9a-4879-b7fb-79631b447aa1" providerId="ADAL" clId="{D37A6071-AC91-4458-BDC2-D913A5B6A834}" dt="2026-02-03T07:46:02.054" v="1494" actId="1076"/>
          <ac:spMkLst>
            <pc:docMk/>
            <pc:sldMk cId="473399029" sldId="271"/>
            <ac:spMk id="11" creationId="{06F914C6-0BA6-B9DD-3D37-E736E2F8CEE0}"/>
          </ac:spMkLst>
        </pc:spChg>
        <pc:spChg chg="mod">
          <ac:chgData name="Asaf Yogev" userId="81b91011-ee9a-4879-b7fb-79631b447aa1" providerId="ADAL" clId="{D37A6071-AC91-4458-BDC2-D913A5B6A834}" dt="2026-02-12T10:34:51.467" v="4899"/>
          <ac:spMkLst>
            <pc:docMk/>
            <pc:sldMk cId="473399029" sldId="271"/>
            <ac:spMk id="27" creationId="{B7D42F55-135E-0C62-0D75-DAE81811BE08}"/>
          </ac:spMkLst>
        </pc:spChg>
        <pc:picChg chg="add mod">
          <ac:chgData name="Asaf Yogev" userId="81b91011-ee9a-4879-b7fb-79631b447aa1" providerId="ADAL" clId="{D37A6071-AC91-4458-BDC2-D913A5B6A834}" dt="2026-02-03T07:47:17.434" v="1507" actId="1076"/>
          <ac:picMkLst>
            <pc:docMk/>
            <pc:sldMk cId="473399029" sldId="271"/>
            <ac:picMk id="12" creationId="{7457267D-F13B-4E7B-76ED-751F424F4CFD}"/>
          </ac:picMkLst>
        </pc:picChg>
        <pc:picChg chg="add del mod">
          <ac:chgData name="Asaf Yogev" userId="81b91011-ee9a-4879-b7fb-79631b447aa1" providerId="ADAL" clId="{D37A6071-AC91-4458-BDC2-D913A5B6A834}" dt="2026-02-12T10:35:18.425" v="4901" actId="478"/>
          <ac:picMkLst>
            <pc:docMk/>
            <pc:sldMk cId="473399029" sldId="271"/>
            <ac:picMk id="13" creationId="{C522BB20-ABFB-943C-7573-3C1D09683795}"/>
          </ac:picMkLst>
        </pc:picChg>
        <pc:picChg chg="add mod">
          <ac:chgData name="Asaf Yogev" userId="81b91011-ee9a-4879-b7fb-79631b447aa1" providerId="ADAL" clId="{D37A6071-AC91-4458-BDC2-D913A5B6A834}" dt="2026-02-03T07:43:30.193" v="1458"/>
          <ac:picMkLst>
            <pc:docMk/>
            <pc:sldMk cId="473399029" sldId="271"/>
            <ac:picMk id="15" creationId="{AFBC7E22-7BA4-D5D4-6D8E-73D25C4B0868}"/>
          </ac:picMkLst>
        </pc:picChg>
        <pc:picChg chg="add mod">
          <ac:chgData name="Asaf Yogev" userId="81b91011-ee9a-4879-b7fb-79631b447aa1" providerId="ADAL" clId="{D37A6071-AC91-4458-BDC2-D913A5B6A834}" dt="2026-02-03T09:01:06.961" v="1654" actId="1076"/>
          <ac:picMkLst>
            <pc:docMk/>
            <pc:sldMk cId="473399029" sldId="271"/>
            <ac:picMk id="25" creationId="{2000EF5E-4DE9-E44A-E468-5EB2D1DF78C0}"/>
          </ac:picMkLst>
        </pc:picChg>
        <pc:cxnChg chg="mod">
          <ac:chgData name="Asaf Yogev" userId="81b91011-ee9a-4879-b7fb-79631b447aa1" providerId="ADAL" clId="{D37A6071-AC91-4458-BDC2-D913A5B6A834}" dt="2026-02-03T07:45:52.807" v="1492" actId="14100"/>
          <ac:cxnSpMkLst>
            <pc:docMk/>
            <pc:sldMk cId="473399029" sldId="271"/>
            <ac:cxnSpMk id="5" creationId="{FAE4471A-59C9-7151-DFDD-7F0623E4E33E}"/>
          </ac:cxnSpMkLst>
        </pc:cxnChg>
        <pc:cxnChg chg="mod">
          <ac:chgData name="Asaf Yogev" userId="81b91011-ee9a-4879-b7fb-79631b447aa1" providerId="ADAL" clId="{D37A6071-AC91-4458-BDC2-D913A5B6A834}" dt="2026-02-03T07:45:42.752" v="1489" actId="14100"/>
          <ac:cxnSpMkLst>
            <pc:docMk/>
            <pc:sldMk cId="473399029" sldId="271"/>
            <ac:cxnSpMk id="16" creationId="{C1D404FD-3455-5DBA-E816-1D4C83FD7D72}"/>
          </ac:cxnSpMkLst>
        </pc:cxnChg>
        <pc:cxnChg chg="add mod">
          <ac:chgData name="Asaf Yogev" userId="81b91011-ee9a-4879-b7fb-79631b447aa1" providerId="ADAL" clId="{D37A6071-AC91-4458-BDC2-D913A5B6A834}" dt="2026-02-03T07:44:44.567" v="1481" actId="14100"/>
          <ac:cxnSpMkLst>
            <pc:docMk/>
            <pc:sldMk cId="473399029" sldId="271"/>
            <ac:cxnSpMk id="17" creationId="{AC33109A-F086-F77C-E342-E5126E84A0D5}"/>
          </ac:cxnSpMkLst>
        </pc:cxnChg>
      </pc:sldChg>
      <pc:sldChg chg="addSp delSp modSp add mod modAnim">
        <pc:chgData name="Asaf Yogev" userId="81b91011-ee9a-4879-b7fb-79631b447aa1" providerId="ADAL" clId="{D37A6071-AC91-4458-BDC2-D913A5B6A834}" dt="2026-02-12T10:40:16.055" v="4908" actId="13926"/>
        <pc:sldMkLst>
          <pc:docMk/>
          <pc:sldMk cId="2187789865" sldId="272"/>
        </pc:sldMkLst>
        <pc:spChg chg="mod">
          <ac:chgData name="Asaf Yogev" userId="81b91011-ee9a-4879-b7fb-79631b447aa1" providerId="ADAL" clId="{D37A6071-AC91-4458-BDC2-D913A5B6A834}" dt="2026-02-12T10:40:16.055" v="4908" actId="13926"/>
          <ac:spMkLst>
            <pc:docMk/>
            <pc:sldMk cId="2187789865" sldId="272"/>
            <ac:spMk id="6" creationId="{ED622D44-1577-7A52-7B69-ACD7311AD2D4}"/>
          </ac:spMkLst>
        </pc:spChg>
        <pc:spChg chg="mod">
          <ac:chgData name="Asaf Yogev" userId="81b91011-ee9a-4879-b7fb-79631b447aa1" providerId="ADAL" clId="{D37A6071-AC91-4458-BDC2-D913A5B6A834}" dt="2026-02-03T09:03:48.806" v="1692" actId="1076"/>
          <ac:spMkLst>
            <pc:docMk/>
            <pc:sldMk cId="2187789865" sldId="272"/>
            <ac:spMk id="9" creationId="{BCDFAF7B-A60C-F523-C421-1CBB96E082A3}"/>
          </ac:spMkLst>
        </pc:spChg>
        <pc:spChg chg="mod ord">
          <ac:chgData name="Asaf Yogev" userId="81b91011-ee9a-4879-b7fb-79631b447aa1" providerId="ADAL" clId="{D37A6071-AC91-4458-BDC2-D913A5B6A834}" dt="2026-02-03T09:03:45.265" v="1691" actId="1076"/>
          <ac:spMkLst>
            <pc:docMk/>
            <pc:sldMk cId="2187789865" sldId="272"/>
            <ac:spMk id="11" creationId="{24513F85-E7C4-F362-0F5A-F2BDEDC661AC}"/>
          </ac:spMkLst>
        </pc:spChg>
        <pc:spChg chg="mod">
          <ac:chgData name="Asaf Yogev" userId="81b91011-ee9a-4879-b7fb-79631b447aa1" providerId="ADAL" clId="{D37A6071-AC91-4458-BDC2-D913A5B6A834}" dt="2026-02-12T10:39:39.129" v="4907"/>
          <ac:spMkLst>
            <pc:docMk/>
            <pc:sldMk cId="2187789865" sldId="272"/>
            <ac:spMk id="27" creationId="{10830C02-9FB8-2F00-2EA1-14BB35887750}"/>
          </ac:spMkLst>
        </pc:spChg>
        <pc:spChg chg="add mod">
          <ac:chgData name="Asaf Yogev" userId="81b91011-ee9a-4879-b7fb-79631b447aa1" providerId="ADAL" clId="{D37A6071-AC91-4458-BDC2-D913A5B6A834}" dt="2026-02-03T09:04:28.589" v="1713" actId="20577"/>
          <ac:spMkLst>
            <pc:docMk/>
            <pc:sldMk cId="2187789865" sldId="272"/>
            <ac:spMk id="30" creationId="{412E7D17-6195-0B30-DF0F-1757D0152222}"/>
          </ac:spMkLst>
        </pc:spChg>
        <pc:picChg chg="add mod">
          <ac:chgData name="Asaf Yogev" userId="81b91011-ee9a-4879-b7fb-79631b447aa1" providerId="ADAL" clId="{D37A6071-AC91-4458-BDC2-D913A5B6A834}" dt="2026-02-03T08:47:08.514" v="1558" actId="1076"/>
          <ac:picMkLst>
            <pc:docMk/>
            <pc:sldMk cId="2187789865" sldId="272"/>
            <ac:picMk id="2" creationId="{B9BEACAD-D0F1-4887-0EFB-656FB7471174}"/>
          </ac:picMkLst>
        </pc:picChg>
        <pc:picChg chg="add mod">
          <ac:chgData name="Asaf Yogev" userId="81b91011-ee9a-4879-b7fb-79631b447aa1" providerId="ADAL" clId="{D37A6071-AC91-4458-BDC2-D913A5B6A834}" dt="2026-02-03T09:02:25.375" v="1673" actId="1076"/>
          <ac:picMkLst>
            <pc:docMk/>
            <pc:sldMk cId="2187789865" sldId="272"/>
            <ac:picMk id="7" creationId="{2E18B943-41A1-9936-9D60-C432E25D8461}"/>
          </ac:picMkLst>
        </pc:picChg>
        <pc:picChg chg="mod">
          <ac:chgData name="Asaf Yogev" userId="81b91011-ee9a-4879-b7fb-79631b447aa1" providerId="ADAL" clId="{D37A6071-AC91-4458-BDC2-D913A5B6A834}" dt="2026-02-03T09:03:35.617" v="1687" actId="1076"/>
          <ac:picMkLst>
            <pc:docMk/>
            <pc:sldMk cId="2187789865" sldId="272"/>
            <ac:picMk id="13" creationId="{D8B50BF2-42FC-C9BE-82F1-78DE40C346A3}"/>
          </ac:picMkLst>
        </pc:picChg>
        <pc:picChg chg="mod">
          <ac:chgData name="Asaf Yogev" userId="81b91011-ee9a-4879-b7fb-79631b447aa1" providerId="ADAL" clId="{D37A6071-AC91-4458-BDC2-D913A5B6A834}" dt="2026-02-03T09:03:13.970" v="1682" actId="1076"/>
          <ac:picMkLst>
            <pc:docMk/>
            <pc:sldMk cId="2187789865" sldId="272"/>
            <ac:picMk id="15" creationId="{786D5882-FCB5-C897-D74B-9397A7D52CEA}"/>
          </ac:picMkLst>
        </pc:picChg>
        <pc:cxnChg chg="mod">
          <ac:chgData name="Asaf Yogev" userId="81b91011-ee9a-4879-b7fb-79631b447aa1" providerId="ADAL" clId="{D37A6071-AC91-4458-BDC2-D913A5B6A834}" dt="2026-02-03T09:03:25.960" v="1685" actId="14100"/>
          <ac:cxnSpMkLst>
            <pc:docMk/>
            <pc:sldMk cId="2187789865" sldId="272"/>
            <ac:cxnSpMk id="5" creationId="{98AB64F5-94AA-E5CC-272D-2D1291F02081}"/>
          </ac:cxnSpMkLst>
        </pc:cxnChg>
        <pc:cxnChg chg="add mod">
          <ac:chgData name="Asaf Yogev" userId="81b91011-ee9a-4879-b7fb-79631b447aa1" providerId="ADAL" clId="{D37A6071-AC91-4458-BDC2-D913A5B6A834}" dt="2026-02-03T09:04:12.171" v="1697" actId="14100"/>
          <ac:cxnSpMkLst>
            <pc:docMk/>
            <pc:sldMk cId="2187789865" sldId="272"/>
            <ac:cxnSpMk id="8" creationId="{36C8AAA2-F757-AD19-9780-EECCB89529EF}"/>
          </ac:cxnSpMkLst>
        </pc:cxnChg>
        <pc:cxnChg chg="mod">
          <ac:chgData name="Asaf Yogev" userId="81b91011-ee9a-4879-b7fb-79631b447aa1" providerId="ADAL" clId="{D37A6071-AC91-4458-BDC2-D913A5B6A834}" dt="2026-02-03T09:03:30.219" v="1686" actId="14100"/>
          <ac:cxnSpMkLst>
            <pc:docMk/>
            <pc:sldMk cId="2187789865" sldId="272"/>
            <ac:cxnSpMk id="16" creationId="{6984DF66-1830-656F-9A9C-2C8F7B5C626A}"/>
          </ac:cxnSpMkLst>
        </pc:cxnChg>
        <pc:cxnChg chg="mod">
          <ac:chgData name="Asaf Yogev" userId="81b91011-ee9a-4879-b7fb-79631b447aa1" providerId="ADAL" clId="{D37A6071-AC91-4458-BDC2-D913A5B6A834}" dt="2026-02-03T09:03:21.087" v="1684" actId="14100"/>
          <ac:cxnSpMkLst>
            <pc:docMk/>
            <pc:sldMk cId="2187789865" sldId="272"/>
            <ac:cxnSpMk id="17" creationId="{394599EF-27CB-A381-BCA2-905DBD37DD8E}"/>
          </ac:cxnSpMkLst>
        </pc:cxnChg>
        <pc:cxnChg chg="add mod">
          <ac:chgData name="Asaf Yogev" userId="81b91011-ee9a-4879-b7fb-79631b447aa1" providerId="ADAL" clId="{D37A6071-AC91-4458-BDC2-D913A5B6A834}" dt="2026-02-03T09:02:49.867" v="1680" actId="14100"/>
          <ac:cxnSpMkLst>
            <pc:docMk/>
            <pc:sldMk cId="2187789865" sldId="272"/>
            <ac:cxnSpMk id="19" creationId="{DBF76042-4BCF-99CA-45E6-A48D7CD3C548}"/>
          </ac:cxnSpMkLst>
        </pc:cxnChg>
        <pc:cxnChg chg="add mod">
          <ac:chgData name="Asaf Yogev" userId="81b91011-ee9a-4879-b7fb-79631b447aa1" providerId="ADAL" clId="{D37A6071-AC91-4458-BDC2-D913A5B6A834}" dt="2026-02-03T09:04:05.541" v="1696" actId="14100"/>
          <ac:cxnSpMkLst>
            <pc:docMk/>
            <pc:sldMk cId="2187789865" sldId="272"/>
            <ac:cxnSpMk id="25" creationId="{1CC3D1F0-1077-0497-F8B9-336877337E9A}"/>
          </ac:cxnSpMkLst>
        </pc:cxnChg>
      </pc:sldChg>
      <pc:sldChg chg="delSp modSp add mod ord modAnim">
        <pc:chgData name="Asaf Yogev" userId="81b91011-ee9a-4879-b7fb-79631b447aa1" providerId="ADAL" clId="{D37A6071-AC91-4458-BDC2-D913A5B6A834}" dt="2026-02-12T10:40:36.536" v="4909"/>
        <pc:sldMkLst>
          <pc:docMk/>
          <pc:sldMk cId="4045186566" sldId="273"/>
        </pc:sldMkLst>
        <pc:spChg chg="mod">
          <ac:chgData name="Asaf Yogev" userId="81b91011-ee9a-4879-b7fb-79631b447aa1" providerId="ADAL" clId="{D37A6071-AC91-4458-BDC2-D913A5B6A834}" dt="2026-02-03T09:07:35.683" v="1733" actId="20577"/>
          <ac:spMkLst>
            <pc:docMk/>
            <pc:sldMk cId="4045186566" sldId="273"/>
            <ac:spMk id="6" creationId="{DB7203FC-B211-94AC-7AF2-AAD9E3AAFF41}"/>
          </ac:spMkLst>
        </pc:spChg>
        <pc:spChg chg="mod">
          <ac:chgData name="Asaf Yogev" userId="81b91011-ee9a-4879-b7fb-79631b447aa1" providerId="ADAL" clId="{D37A6071-AC91-4458-BDC2-D913A5B6A834}" dt="2026-02-12T10:40:36.536" v="4909"/>
          <ac:spMkLst>
            <pc:docMk/>
            <pc:sldMk cId="4045186566" sldId="273"/>
            <ac:spMk id="27" creationId="{9F8C3574-22B1-BB67-B43C-128CC397A56B}"/>
          </ac:spMkLst>
        </pc:spChg>
      </pc:sldChg>
      <pc:sldChg chg="addSp modSp add mod ord">
        <pc:chgData name="Asaf Yogev" userId="81b91011-ee9a-4879-b7fb-79631b447aa1" providerId="ADAL" clId="{D37A6071-AC91-4458-BDC2-D913A5B6A834}" dt="2026-02-15T11:14:25.803" v="5352"/>
        <pc:sldMkLst>
          <pc:docMk/>
          <pc:sldMk cId="462648097" sldId="275"/>
        </pc:sldMkLst>
        <pc:spChg chg="add mod">
          <ac:chgData name="Asaf Yogev" userId="81b91011-ee9a-4879-b7fb-79631b447aa1" providerId="ADAL" clId="{D37A6071-AC91-4458-BDC2-D913A5B6A834}" dt="2026-02-15T11:14:25.803" v="5352"/>
          <ac:spMkLst>
            <pc:docMk/>
            <pc:sldMk cId="462648097" sldId="275"/>
            <ac:spMk id="2" creationId="{AF0CAD50-C8FE-3044-1CDD-DCF2076BF2B3}"/>
          </ac:spMkLst>
        </pc:spChg>
        <pc:spChg chg="mod">
          <ac:chgData name="Asaf Yogev" userId="81b91011-ee9a-4879-b7fb-79631b447aa1" providerId="ADAL" clId="{D37A6071-AC91-4458-BDC2-D913A5B6A834}" dt="2026-02-03T09:25:15.946" v="1842" actId="20577"/>
          <ac:spMkLst>
            <pc:docMk/>
            <pc:sldMk cId="462648097" sldId="275"/>
            <ac:spMk id="139" creationId="{46F709D1-62E4-187E-7D10-70F6DDC8D7EF}"/>
          </ac:spMkLst>
        </pc:spChg>
      </pc:sldChg>
      <pc:sldChg chg="addSp delSp modSp add mod ord delAnim modAnim">
        <pc:chgData name="Asaf Yogev" userId="81b91011-ee9a-4879-b7fb-79631b447aa1" providerId="ADAL" clId="{D37A6071-AC91-4458-BDC2-D913A5B6A834}" dt="2026-02-03T09:31:55.881" v="2110" actId="20577"/>
        <pc:sldMkLst>
          <pc:docMk/>
          <pc:sldMk cId="2436442819" sldId="276"/>
        </pc:sldMkLst>
        <pc:spChg chg="add mod">
          <ac:chgData name="Asaf Yogev" userId="81b91011-ee9a-4879-b7fb-79631b447aa1" providerId="ADAL" clId="{D37A6071-AC91-4458-BDC2-D913A5B6A834}" dt="2026-02-03T09:30:59.988" v="2099" actId="6549"/>
          <ac:spMkLst>
            <pc:docMk/>
            <pc:sldMk cId="2436442819" sldId="276"/>
            <ac:spMk id="7" creationId="{572DE683-9FB5-BF1B-2A69-59DBD5F708E5}"/>
          </ac:spMkLst>
        </pc:spChg>
        <pc:spChg chg="mod">
          <ac:chgData name="Asaf Yogev" userId="81b91011-ee9a-4879-b7fb-79631b447aa1" providerId="ADAL" clId="{D37A6071-AC91-4458-BDC2-D913A5B6A834}" dt="2026-02-03T09:31:55.881" v="2110" actId="20577"/>
          <ac:spMkLst>
            <pc:docMk/>
            <pc:sldMk cId="2436442819" sldId="276"/>
            <ac:spMk id="27" creationId="{A0739638-86EB-8B63-373C-BA2308358951}"/>
          </ac:spMkLst>
        </pc:spChg>
        <pc:picChg chg="add mod">
          <ac:chgData name="Asaf Yogev" userId="81b91011-ee9a-4879-b7fb-79631b447aa1" providerId="ADAL" clId="{D37A6071-AC91-4458-BDC2-D913A5B6A834}" dt="2026-02-03T09:30:14.237" v="2089" actId="1076"/>
          <ac:picMkLst>
            <pc:docMk/>
            <pc:sldMk cId="2436442819" sldId="276"/>
            <ac:picMk id="8" creationId="{C015981B-6664-F119-BC85-7BC92E0A737D}"/>
          </ac:picMkLst>
        </pc:picChg>
      </pc:sldChg>
      <pc:sldChg chg="add ord">
        <pc:chgData name="Asaf Yogev" userId="81b91011-ee9a-4879-b7fb-79631b447aa1" providerId="ADAL" clId="{D37A6071-AC91-4458-BDC2-D913A5B6A834}" dt="2026-02-03T09:28:22.462" v="1999"/>
        <pc:sldMkLst>
          <pc:docMk/>
          <pc:sldMk cId="1253459743" sldId="277"/>
        </pc:sldMkLst>
      </pc:sldChg>
      <pc:sldChg chg="addSp modSp add mod">
        <pc:chgData name="Asaf Yogev" userId="81b91011-ee9a-4879-b7fb-79631b447aa1" providerId="ADAL" clId="{D37A6071-AC91-4458-BDC2-D913A5B6A834}" dt="2026-02-03T09:34:36.114" v="2158" actId="14100"/>
        <pc:sldMkLst>
          <pc:docMk/>
          <pc:sldMk cId="4014558608" sldId="278"/>
        </pc:sldMkLst>
        <pc:spChg chg="add mod">
          <ac:chgData name="Asaf Yogev" userId="81b91011-ee9a-4879-b7fb-79631b447aa1" providerId="ADAL" clId="{D37A6071-AC91-4458-BDC2-D913A5B6A834}" dt="2026-02-03T09:34:29.590" v="2156" actId="2710"/>
          <ac:spMkLst>
            <pc:docMk/>
            <pc:sldMk cId="4014558608" sldId="278"/>
            <ac:spMk id="2" creationId="{F2C84BA5-6DAF-40C3-6859-75E9FB0BA62B}"/>
          </ac:spMkLst>
        </pc:spChg>
        <pc:spChg chg="mod">
          <ac:chgData name="Asaf Yogev" userId="81b91011-ee9a-4879-b7fb-79631b447aa1" providerId="ADAL" clId="{D37A6071-AC91-4458-BDC2-D913A5B6A834}" dt="2026-02-03T09:33:13.113" v="2148" actId="20577"/>
          <ac:spMkLst>
            <pc:docMk/>
            <pc:sldMk cId="4014558608" sldId="278"/>
            <ac:spMk id="27" creationId="{900CDE87-BE63-31C9-0D39-DF12D2B1F8B6}"/>
          </ac:spMkLst>
        </pc:spChg>
        <pc:picChg chg="add mod">
          <ac:chgData name="Asaf Yogev" userId="81b91011-ee9a-4879-b7fb-79631b447aa1" providerId="ADAL" clId="{D37A6071-AC91-4458-BDC2-D913A5B6A834}" dt="2026-02-03T09:34:36.114" v="2158" actId="14100"/>
          <ac:picMkLst>
            <pc:docMk/>
            <pc:sldMk cId="4014558608" sldId="278"/>
            <ac:picMk id="3" creationId="{81409961-E90A-1E00-4EBC-147DB4332F3C}"/>
          </ac:picMkLst>
        </pc:picChg>
      </pc:sldChg>
      <pc:sldChg chg="addSp modSp add mod">
        <pc:chgData name="Asaf Yogev" userId="81b91011-ee9a-4879-b7fb-79631b447aa1" providerId="ADAL" clId="{D37A6071-AC91-4458-BDC2-D913A5B6A834}" dt="2026-02-03T09:32:49.033" v="2127" actId="20577"/>
        <pc:sldMkLst>
          <pc:docMk/>
          <pc:sldMk cId="2094299946" sldId="279"/>
        </pc:sldMkLst>
        <pc:spChg chg="add mod">
          <ac:chgData name="Asaf Yogev" userId="81b91011-ee9a-4879-b7fb-79631b447aa1" providerId="ADAL" clId="{D37A6071-AC91-4458-BDC2-D913A5B6A834}" dt="2026-02-03T09:32:36.507" v="2121" actId="403"/>
          <ac:spMkLst>
            <pc:docMk/>
            <pc:sldMk cId="2094299946" sldId="279"/>
            <ac:spMk id="4" creationId="{1D2C46D1-B806-CF97-46A6-5F43B745F62A}"/>
          </ac:spMkLst>
        </pc:spChg>
        <pc:spChg chg="mod">
          <ac:chgData name="Asaf Yogev" userId="81b91011-ee9a-4879-b7fb-79631b447aa1" providerId="ADAL" clId="{D37A6071-AC91-4458-BDC2-D913A5B6A834}" dt="2026-02-03T09:32:49.033" v="2127" actId="20577"/>
          <ac:spMkLst>
            <pc:docMk/>
            <pc:sldMk cId="2094299946" sldId="279"/>
            <ac:spMk id="27" creationId="{94771548-4100-39AA-6512-D7D5A64481BA}"/>
          </ac:spMkLst>
        </pc:spChg>
        <pc:picChg chg="add mod">
          <ac:chgData name="Asaf Yogev" userId="81b91011-ee9a-4879-b7fb-79631b447aa1" providerId="ADAL" clId="{D37A6071-AC91-4458-BDC2-D913A5B6A834}" dt="2026-02-03T09:32:22.984" v="2115" actId="1076"/>
          <ac:picMkLst>
            <pc:docMk/>
            <pc:sldMk cId="2094299946" sldId="279"/>
            <ac:picMk id="5" creationId="{D1840B08-031D-85B2-5A37-4651A587597B}"/>
          </ac:picMkLst>
        </pc:picChg>
      </pc:sldChg>
      <pc:sldChg chg="addSp modSp add mod ord">
        <pc:chgData name="Asaf Yogev" userId="81b91011-ee9a-4879-b7fb-79631b447aa1" providerId="ADAL" clId="{D37A6071-AC91-4458-BDC2-D913A5B6A834}" dt="2026-02-03T09:29:59.707" v="2084"/>
        <pc:sldMkLst>
          <pc:docMk/>
          <pc:sldMk cId="198593217" sldId="280"/>
        </pc:sldMkLst>
        <pc:spChg chg="add mod">
          <ac:chgData name="Asaf Yogev" userId="81b91011-ee9a-4879-b7fb-79631b447aa1" providerId="ADAL" clId="{D37A6071-AC91-4458-BDC2-D913A5B6A834}" dt="2026-02-03T09:29:29.762" v="2071" actId="20577"/>
          <ac:spMkLst>
            <pc:docMk/>
            <pc:sldMk cId="198593217" sldId="280"/>
            <ac:spMk id="2" creationId="{6124280D-6FFA-33F8-9996-E0EDCCAE8ECA}"/>
          </ac:spMkLst>
        </pc:spChg>
        <pc:spChg chg="mod">
          <ac:chgData name="Asaf Yogev" userId="81b91011-ee9a-4879-b7fb-79631b447aa1" providerId="ADAL" clId="{D37A6071-AC91-4458-BDC2-D913A5B6A834}" dt="2026-02-03T09:29:37.571" v="2082" actId="20577"/>
          <ac:spMkLst>
            <pc:docMk/>
            <pc:sldMk cId="198593217" sldId="280"/>
            <ac:spMk id="27" creationId="{A80CD3ED-0B21-8941-F8D9-FAA1E3E170DE}"/>
          </ac:spMkLst>
        </pc:spChg>
        <pc:picChg chg="add mod">
          <ac:chgData name="Asaf Yogev" userId="81b91011-ee9a-4879-b7fb-79631b447aa1" providerId="ADAL" clId="{D37A6071-AC91-4458-BDC2-D913A5B6A834}" dt="2026-02-03T09:29:14.907" v="2066" actId="1037"/>
          <ac:picMkLst>
            <pc:docMk/>
            <pc:sldMk cId="198593217" sldId="280"/>
            <ac:picMk id="3" creationId="{1DC3DC3D-DE38-F4F4-19AF-DEA48F4A71A7}"/>
          </ac:picMkLst>
        </pc:picChg>
      </pc:sldChg>
      <pc:sldChg chg="addSp delSp modSp add mod ord">
        <pc:chgData name="Asaf Yogev" userId="81b91011-ee9a-4879-b7fb-79631b447aa1" providerId="ADAL" clId="{D37A6071-AC91-4458-BDC2-D913A5B6A834}" dt="2026-02-15T11:14:59.688" v="5354"/>
        <pc:sldMkLst>
          <pc:docMk/>
          <pc:sldMk cId="1714925579" sldId="281"/>
        </pc:sldMkLst>
        <pc:spChg chg="add mod">
          <ac:chgData name="Asaf Yogev" userId="81b91011-ee9a-4879-b7fb-79631b447aa1" providerId="ADAL" clId="{D37A6071-AC91-4458-BDC2-D913A5B6A834}" dt="2026-02-15T11:14:59.688" v="5354"/>
          <ac:spMkLst>
            <pc:docMk/>
            <pc:sldMk cId="1714925579" sldId="281"/>
            <ac:spMk id="2" creationId="{42B85893-D2EC-F058-4095-E20FB14A2E95}"/>
          </ac:spMkLst>
        </pc:spChg>
        <pc:spChg chg="mod">
          <ac:chgData name="Asaf Yogev" userId="81b91011-ee9a-4879-b7fb-79631b447aa1" providerId="ADAL" clId="{D37A6071-AC91-4458-BDC2-D913A5B6A834}" dt="2026-02-12T10:54:42.054" v="5150"/>
          <ac:spMkLst>
            <pc:docMk/>
            <pc:sldMk cId="1714925579" sldId="281"/>
            <ac:spMk id="139" creationId="{A52FD463-63E8-1D97-31D1-7661EE855318}"/>
          </ac:spMkLst>
        </pc:spChg>
      </pc:sldChg>
      <pc:sldChg chg="addSp delSp modSp add mod">
        <pc:chgData name="Asaf Yogev" userId="81b91011-ee9a-4879-b7fb-79631b447aa1" providerId="ADAL" clId="{D37A6071-AC91-4458-BDC2-D913A5B6A834}" dt="2026-02-12T10:54:42.054" v="5150"/>
        <pc:sldMkLst>
          <pc:docMk/>
          <pc:sldMk cId="2405010185" sldId="2147376329"/>
        </pc:sldMkLst>
        <pc:spChg chg="add mod">
          <ac:chgData name="Asaf Yogev" userId="81b91011-ee9a-4879-b7fb-79631b447aa1" providerId="ADAL" clId="{D37A6071-AC91-4458-BDC2-D913A5B6A834}" dt="2026-02-12T10:54:42.054" v="5150"/>
          <ac:spMkLst>
            <pc:docMk/>
            <pc:sldMk cId="2405010185" sldId="2147376329"/>
            <ac:spMk id="2" creationId="{9FD3B169-7577-7991-6B6D-A74B37C15787}"/>
          </ac:spMkLst>
        </pc:spChg>
        <pc:spChg chg="mod">
          <ac:chgData name="Asaf Yogev" userId="81b91011-ee9a-4879-b7fb-79631b447aa1" providerId="ADAL" clId="{D37A6071-AC91-4458-BDC2-D913A5B6A834}" dt="2026-02-12T10:54:42.054" v="5150"/>
          <ac:spMkLst>
            <pc:docMk/>
            <pc:sldMk cId="2405010185" sldId="2147376329"/>
            <ac:spMk id="3" creationId="{F4223905-101E-4901-D25C-2ACD2E633400}"/>
          </ac:spMkLst>
        </pc:spChg>
        <pc:picChg chg="mod">
          <ac:chgData name="Asaf Yogev" userId="81b91011-ee9a-4879-b7fb-79631b447aa1" providerId="ADAL" clId="{D37A6071-AC91-4458-BDC2-D913A5B6A834}" dt="2026-02-03T09:36:49.337" v="2211" actId="1076"/>
          <ac:picMkLst>
            <pc:docMk/>
            <pc:sldMk cId="2405010185" sldId="2147376329"/>
            <ac:picMk id="9" creationId="{941BC958-1391-4B64-BC73-2956485DADA0}"/>
          </ac:picMkLst>
        </pc:picChg>
      </pc:sldChg>
      <pc:sldChg chg="addSp delSp modSp add mod">
        <pc:chgData name="Asaf Yogev" userId="81b91011-ee9a-4879-b7fb-79631b447aa1" providerId="ADAL" clId="{D37A6071-AC91-4458-BDC2-D913A5B6A834}" dt="2026-02-12T10:54:42.054" v="5150"/>
        <pc:sldMkLst>
          <pc:docMk/>
          <pc:sldMk cId="414976608" sldId="2147376337"/>
        </pc:sldMkLst>
        <pc:spChg chg="add mod">
          <ac:chgData name="Asaf Yogev" userId="81b91011-ee9a-4879-b7fb-79631b447aa1" providerId="ADAL" clId="{D37A6071-AC91-4458-BDC2-D913A5B6A834}" dt="2026-02-12T10:54:42.054" v="5150"/>
          <ac:spMkLst>
            <pc:docMk/>
            <pc:sldMk cId="414976608" sldId="2147376337"/>
            <ac:spMk id="2" creationId="{346E6EF2-03B4-FDF1-A010-A8BA2818C014}"/>
          </ac:spMkLst>
        </pc:spChg>
        <pc:spChg chg="mod">
          <ac:chgData name="Asaf Yogev" userId="81b91011-ee9a-4879-b7fb-79631b447aa1" providerId="ADAL" clId="{D37A6071-AC91-4458-BDC2-D913A5B6A834}" dt="2026-02-03T09:41:16.472" v="2455" actId="1035"/>
          <ac:spMkLst>
            <pc:docMk/>
            <pc:sldMk cId="414976608" sldId="2147376337"/>
            <ac:spMk id="3" creationId="{E8EDD202-C9AB-9106-6B43-0F64E10A9405}"/>
          </ac:spMkLst>
        </pc:spChg>
        <pc:picChg chg="mod">
          <ac:chgData name="Asaf Yogev" userId="81b91011-ee9a-4879-b7fb-79631b447aa1" providerId="ADAL" clId="{D37A6071-AC91-4458-BDC2-D913A5B6A834}" dt="2026-02-03T09:41:10.223" v="2428" actId="1036"/>
          <ac:picMkLst>
            <pc:docMk/>
            <pc:sldMk cId="414976608" sldId="2147376337"/>
            <ac:picMk id="9" creationId="{A2990625-0040-54CA-A18C-24542C001C19}"/>
          </ac:picMkLst>
        </pc:picChg>
      </pc:sldChg>
      <pc:sldChg chg="addSp delSp modSp add mod">
        <pc:chgData name="Asaf Yogev" userId="81b91011-ee9a-4879-b7fb-79631b447aa1" providerId="ADAL" clId="{D37A6071-AC91-4458-BDC2-D913A5B6A834}" dt="2026-02-12T10:54:42.054" v="5150"/>
        <pc:sldMkLst>
          <pc:docMk/>
          <pc:sldMk cId="2373708006" sldId="2147376338"/>
        </pc:sldMkLst>
        <pc:spChg chg="add mod">
          <ac:chgData name="Asaf Yogev" userId="81b91011-ee9a-4879-b7fb-79631b447aa1" providerId="ADAL" clId="{D37A6071-AC91-4458-BDC2-D913A5B6A834}" dt="2026-02-12T10:54:42.054" v="5150"/>
          <ac:spMkLst>
            <pc:docMk/>
            <pc:sldMk cId="2373708006" sldId="2147376338"/>
            <ac:spMk id="2" creationId="{1FBAE04D-8083-4607-F0AB-3799410F0AA4}"/>
          </ac:spMkLst>
        </pc:spChg>
        <pc:spChg chg="mod">
          <ac:chgData name="Asaf Yogev" userId="81b91011-ee9a-4879-b7fb-79631b447aa1" providerId="ADAL" clId="{D37A6071-AC91-4458-BDC2-D913A5B6A834}" dt="2026-02-03T09:39:29.464" v="2321" actId="1076"/>
          <ac:spMkLst>
            <pc:docMk/>
            <pc:sldMk cId="2373708006" sldId="2147376338"/>
            <ac:spMk id="3" creationId="{956FD4F8-01E8-C91B-074A-E981913EE1F4}"/>
          </ac:spMkLst>
        </pc:spChg>
        <pc:spChg chg="mod">
          <ac:chgData name="Asaf Yogev" userId="81b91011-ee9a-4879-b7fb-79631b447aa1" providerId="ADAL" clId="{D37A6071-AC91-4458-BDC2-D913A5B6A834}" dt="2026-02-03T09:39:29.431" v="2320" actId="1076"/>
          <ac:spMkLst>
            <pc:docMk/>
            <pc:sldMk cId="2373708006" sldId="2147376338"/>
            <ac:spMk id="13" creationId="{32A36B5A-F722-5915-0B62-7B5187BFEFAC}"/>
          </ac:spMkLst>
        </pc:spChg>
        <pc:spChg chg="mod">
          <ac:chgData name="Asaf Yogev" userId="81b91011-ee9a-4879-b7fb-79631b447aa1" providerId="ADAL" clId="{D37A6071-AC91-4458-BDC2-D913A5B6A834}" dt="2026-02-03T09:39:29.431" v="2320" actId="1076"/>
          <ac:spMkLst>
            <pc:docMk/>
            <pc:sldMk cId="2373708006" sldId="2147376338"/>
            <ac:spMk id="14" creationId="{84AB0F1E-531D-0EA4-1268-2B12F68956F0}"/>
          </ac:spMkLst>
        </pc:spChg>
        <pc:spChg chg="mod">
          <ac:chgData name="Asaf Yogev" userId="81b91011-ee9a-4879-b7fb-79631b447aa1" providerId="ADAL" clId="{D37A6071-AC91-4458-BDC2-D913A5B6A834}" dt="2026-02-03T09:39:29.431" v="2320" actId="1076"/>
          <ac:spMkLst>
            <pc:docMk/>
            <pc:sldMk cId="2373708006" sldId="2147376338"/>
            <ac:spMk id="15" creationId="{39EF7E74-E0C5-0E7D-E4C2-93AD58EE3F78}"/>
          </ac:spMkLst>
        </pc:spChg>
        <pc:spChg chg="mod">
          <ac:chgData name="Asaf Yogev" userId="81b91011-ee9a-4879-b7fb-79631b447aa1" providerId="ADAL" clId="{D37A6071-AC91-4458-BDC2-D913A5B6A834}" dt="2026-02-03T09:39:29.431" v="2320" actId="1076"/>
          <ac:spMkLst>
            <pc:docMk/>
            <pc:sldMk cId="2373708006" sldId="2147376338"/>
            <ac:spMk id="19" creationId="{1D2C5E22-017B-DA11-EDB5-C8C7B513E0DC}"/>
          </ac:spMkLst>
        </pc:spChg>
        <pc:spChg chg="mod">
          <ac:chgData name="Asaf Yogev" userId="81b91011-ee9a-4879-b7fb-79631b447aa1" providerId="ADAL" clId="{D37A6071-AC91-4458-BDC2-D913A5B6A834}" dt="2026-02-03T09:39:29.431" v="2320" actId="1076"/>
          <ac:spMkLst>
            <pc:docMk/>
            <pc:sldMk cId="2373708006" sldId="2147376338"/>
            <ac:spMk id="20" creationId="{601F4866-1C3F-31A1-9226-8B501309D8F5}"/>
          </ac:spMkLst>
        </pc:spChg>
        <pc:spChg chg="mod">
          <ac:chgData name="Asaf Yogev" userId="81b91011-ee9a-4879-b7fb-79631b447aa1" providerId="ADAL" clId="{D37A6071-AC91-4458-BDC2-D913A5B6A834}" dt="2026-02-03T09:39:29.431" v="2320" actId="1076"/>
          <ac:spMkLst>
            <pc:docMk/>
            <pc:sldMk cId="2373708006" sldId="2147376338"/>
            <ac:spMk id="21" creationId="{192CB517-29B1-ABCE-0C5A-40A8A1F74508}"/>
          </ac:spMkLst>
        </pc:spChg>
        <pc:picChg chg="mod">
          <ac:chgData name="Asaf Yogev" userId="81b91011-ee9a-4879-b7fb-79631b447aa1" providerId="ADAL" clId="{D37A6071-AC91-4458-BDC2-D913A5B6A834}" dt="2026-02-03T09:39:29.431" v="2320" actId="1076"/>
          <ac:picMkLst>
            <pc:docMk/>
            <pc:sldMk cId="2373708006" sldId="2147376338"/>
            <ac:picMk id="9" creationId="{CAF5CF1F-F5B1-4547-F36F-925FC3DBF815}"/>
          </ac:picMkLst>
        </pc:picChg>
      </pc:sldChg>
      <pc:sldChg chg="addSp delSp modSp add mod">
        <pc:chgData name="Asaf Yogev" userId="81b91011-ee9a-4879-b7fb-79631b447aa1" providerId="ADAL" clId="{D37A6071-AC91-4458-BDC2-D913A5B6A834}" dt="2026-02-12T10:54:42.054" v="5150"/>
        <pc:sldMkLst>
          <pc:docMk/>
          <pc:sldMk cId="2980314627" sldId="2147376339"/>
        </pc:sldMkLst>
        <pc:spChg chg="add mod">
          <ac:chgData name="Asaf Yogev" userId="81b91011-ee9a-4879-b7fb-79631b447aa1" providerId="ADAL" clId="{D37A6071-AC91-4458-BDC2-D913A5B6A834}" dt="2026-02-12T10:54:42.054" v="5150"/>
          <ac:spMkLst>
            <pc:docMk/>
            <pc:sldMk cId="2980314627" sldId="2147376339"/>
            <ac:spMk id="2" creationId="{611AD43B-053A-08A7-E904-68FD720B19B1}"/>
          </ac:spMkLst>
        </pc:spChg>
        <pc:spChg chg="mod">
          <ac:chgData name="Asaf Yogev" userId="81b91011-ee9a-4879-b7fb-79631b447aa1" providerId="ADAL" clId="{D37A6071-AC91-4458-BDC2-D913A5B6A834}" dt="2026-02-03T09:39:57.279" v="2365" actId="1036"/>
          <ac:spMkLst>
            <pc:docMk/>
            <pc:sldMk cId="2980314627" sldId="2147376339"/>
            <ac:spMk id="11" creationId="{BFFE3938-3D82-A9BF-C779-C702E6D5353E}"/>
          </ac:spMkLst>
        </pc:spChg>
        <pc:spChg chg="mod">
          <ac:chgData name="Asaf Yogev" userId="81b91011-ee9a-4879-b7fb-79631b447aa1" providerId="ADAL" clId="{D37A6071-AC91-4458-BDC2-D913A5B6A834}" dt="2026-02-03T09:39:57.279" v="2365" actId="1036"/>
          <ac:spMkLst>
            <pc:docMk/>
            <pc:sldMk cId="2980314627" sldId="2147376339"/>
            <ac:spMk id="12" creationId="{91BBBDB8-AD83-367B-86A7-7CB1E14D6B83}"/>
          </ac:spMkLst>
        </pc:spChg>
        <pc:spChg chg="mod">
          <ac:chgData name="Asaf Yogev" userId="81b91011-ee9a-4879-b7fb-79631b447aa1" providerId="ADAL" clId="{D37A6071-AC91-4458-BDC2-D913A5B6A834}" dt="2026-02-03T09:39:57.279" v="2365" actId="1036"/>
          <ac:spMkLst>
            <pc:docMk/>
            <pc:sldMk cId="2980314627" sldId="2147376339"/>
            <ac:spMk id="13" creationId="{4AEC0730-0170-2547-03EC-11F69BC81100}"/>
          </ac:spMkLst>
        </pc:spChg>
        <pc:spChg chg="mod">
          <ac:chgData name="Asaf Yogev" userId="81b91011-ee9a-4879-b7fb-79631b447aa1" providerId="ADAL" clId="{D37A6071-AC91-4458-BDC2-D913A5B6A834}" dt="2026-02-03T09:39:57.279" v="2365" actId="1036"/>
          <ac:spMkLst>
            <pc:docMk/>
            <pc:sldMk cId="2980314627" sldId="2147376339"/>
            <ac:spMk id="14" creationId="{B3FDC6A6-82BC-279E-FAC8-36CAD28248F5}"/>
          </ac:spMkLst>
        </pc:spChg>
        <pc:spChg chg="mod">
          <ac:chgData name="Asaf Yogev" userId="81b91011-ee9a-4879-b7fb-79631b447aa1" providerId="ADAL" clId="{D37A6071-AC91-4458-BDC2-D913A5B6A834}" dt="2026-02-03T09:39:57.279" v="2365" actId="1036"/>
          <ac:spMkLst>
            <pc:docMk/>
            <pc:sldMk cId="2980314627" sldId="2147376339"/>
            <ac:spMk id="15" creationId="{A3C98A92-93C3-42AC-A793-BD19FC98DE44}"/>
          </ac:spMkLst>
        </pc:spChg>
        <pc:spChg chg="mod">
          <ac:chgData name="Asaf Yogev" userId="81b91011-ee9a-4879-b7fb-79631b447aa1" providerId="ADAL" clId="{D37A6071-AC91-4458-BDC2-D913A5B6A834}" dt="2026-02-03T09:39:57.279" v="2365" actId="1036"/>
          <ac:spMkLst>
            <pc:docMk/>
            <pc:sldMk cId="2980314627" sldId="2147376339"/>
            <ac:spMk id="16" creationId="{65992303-60F8-3F76-D1AB-9EE2AD4A40BA}"/>
          </ac:spMkLst>
        </pc:spChg>
        <pc:picChg chg="mod">
          <ac:chgData name="Asaf Yogev" userId="81b91011-ee9a-4879-b7fb-79631b447aa1" providerId="ADAL" clId="{D37A6071-AC91-4458-BDC2-D913A5B6A834}" dt="2026-02-03T09:39:57.279" v="2365" actId="1036"/>
          <ac:picMkLst>
            <pc:docMk/>
            <pc:sldMk cId="2980314627" sldId="2147376339"/>
            <ac:picMk id="9" creationId="{A1A6E0E0-8874-B514-DE35-A824A000C131}"/>
          </ac:picMkLst>
        </pc:picChg>
        <pc:picChg chg="mod">
          <ac:chgData name="Asaf Yogev" userId="81b91011-ee9a-4879-b7fb-79631b447aa1" providerId="ADAL" clId="{D37A6071-AC91-4458-BDC2-D913A5B6A834}" dt="2026-02-03T09:39:57.279" v="2365" actId="1036"/>
          <ac:picMkLst>
            <pc:docMk/>
            <pc:sldMk cId="2980314627" sldId="2147376339"/>
            <ac:picMk id="10" creationId="{D7B21B02-113A-A62E-9944-E4CB3879BF81}"/>
          </ac:picMkLst>
        </pc:picChg>
      </pc:sldChg>
      <pc:sldChg chg="addSp delSp modSp add mod">
        <pc:chgData name="Asaf Yogev" userId="81b91011-ee9a-4879-b7fb-79631b447aa1" providerId="ADAL" clId="{D37A6071-AC91-4458-BDC2-D913A5B6A834}" dt="2026-02-12T10:54:42.054" v="5150"/>
        <pc:sldMkLst>
          <pc:docMk/>
          <pc:sldMk cId="2330407551" sldId="2147376340"/>
        </pc:sldMkLst>
        <pc:spChg chg="mod">
          <ac:chgData name="Asaf Yogev" userId="81b91011-ee9a-4879-b7fb-79631b447aa1" providerId="ADAL" clId="{D37A6071-AC91-4458-BDC2-D913A5B6A834}" dt="2026-02-03T09:40:54.014" v="2411" actId="1036"/>
          <ac:spMkLst>
            <pc:docMk/>
            <pc:sldMk cId="2330407551" sldId="2147376340"/>
            <ac:spMk id="2" creationId="{9DABAA0F-0BB7-721D-7169-F15D53557A92}"/>
          </ac:spMkLst>
        </pc:spChg>
        <pc:spChg chg="mod">
          <ac:chgData name="Asaf Yogev" userId="81b91011-ee9a-4879-b7fb-79631b447aa1" providerId="ADAL" clId="{D37A6071-AC91-4458-BDC2-D913A5B6A834}" dt="2026-02-03T09:40:58.167" v="2412" actId="1076"/>
          <ac:spMkLst>
            <pc:docMk/>
            <pc:sldMk cId="2330407551" sldId="2147376340"/>
            <ac:spMk id="3" creationId="{831D8590-FD57-9281-7830-FC13A04327E1}"/>
          </ac:spMkLst>
        </pc:spChg>
        <pc:spChg chg="add mod">
          <ac:chgData name="Asaf Yogev" userId="81b91011-ee9a-4879-b7fb-79631b447aa1" providerId="ADAL" clId="{D37A6071-AC91-4458-BDC2-D913A5B6A834}" dt="2026-02-12T10:54:42.054" v="5150"/>
          <ac:spMkLst>
            <pc:docMk/>
            <pc:sldMk cId="2330407551" sldId="2147376340"/>
            <ac:spMk id="7" creationId="{8B257DB6-EF1D-D17C-0DD1-B10E84C2AA37}"/>
          </ac:spMkLst>
        </pc:spChg>
        <pc:spChg chg="mod">
          <ac:chgData name="Asaf Yogev" userId="81b91011-ee9a-4879-b7fb-79631b447aa1" providerId="ADAL" clId="{D37A6071-AC91-4458-BDC2-D913A5B6A834}" dt="2026-02-03T09:40:54.014" v="2411" actId="1036"/>
          <ac:spMkLst>
            <pc:docMk/>
            <pc:sldMk cId="2330407551" sldId="2147376340"/>
            <ac:spMk id="9" creationId="{B6B23B66-CAAA-4C37-192C-63E9560FC05B}"/>
          </ac:spMkLst>
        </pc:spChg>
        <pc:spChg chg="mod">
          <ac:chgData name="Asaf Yogev" userId="81b91011-ee9a-4879-b7fb-79631b447aa1" providerId="ADAL" clId="{D37A6071-AC91-4458-BDC2-D913A5B6A834}" dt="2026-02-03T09:40:54.014" v="2411" actId="1036"/>
          <ac:spMkLst>
            <pc:docMk/>
            <pc:sldMk cId="2330407551" sldId="2147376340"/>
            <ac:spMk id="11" creationId="{6D4F1FCB-DA13-2044-F9A8-437DA276ABF3}"/>
          </ac:spMkLst>
        </pc:spChg>
        <pc:spChg chg="mod">
          <ac:chgData name="Asaf Yogev" userId="81b91011-ee9a-4879-b7fb-79631b447aa1" providerId="ADAL" clId="{D37A6071-AC91-4458-BDC2-D913A5B6A834}" dt="2026-02-03T09:40:54.014" v="2411" actId="1036"/>
          <ac:spMkLst>
            <pc:docMk/>
            <pc:sldMk cId="2330407551" sldId="2147376340"/>
            <ac:spMk id="13" creationId="{508D4726-EB4C-828C-FD39-BA297EDAB192}"/>
          </ac:spMkLst>
        </pc:spChg>
        <pc:picChg chg="mod">
          <ac:chgData name="Asaf Yogev" userId="81b91011-ee9a-4879-b7fb-79631b447aa1" providerId="ADAL" clId="{D37A6071-AC91-4458-BDC2-D913A5B6A834}" dt="2026-02-03T09:40:54.014" v="2411" actId="1036"/>
          <ac:picMkLst>
            <pc:docMk/>
            <pc:sldMk cId="2330407551" sldId="2147376340"/>
            <ac:picMk id="10" creationId="{DC50C3C7-EB30-31A0-CCC2-BCE4E7C8E43B}"/>
          </ac:picMkLst>
        </pc:picChg>
      </pc:sldChg>
      <pc:sldChg chg="addSp delSp modSp add mod">
        <pc:chgData name="Asaf Yogev" userId="81b91011-ee9a-4879-b7fb-79631b447aa1" providerId="ADAL" clId="{D37A6071-AC91-4458-BDC2-D913A5B6A834}" dt="2026-02-12T10:54:42.054" v="5150"/>
        <pc:sldMkLst>
          <pc:docMk/>
          <pc:sldMk cId="1471278381" sldId="2147376341"/>
        </pc:sldMkLst>
        <pc:spChg chg="add mod">
          <ac:chgData name="Asaf Yogev" userId="81b91011-ee9a-4879-b7fb-79631b447aa1" providerId="ADAL" clId="{D37A6071-AC91-4458-BDC2-D913A5B6A834}" dt="2026-02-12T10:54:42.054" v="5150"/>
          <ac:spMkLst>
            <pc:docMk/>
            <pc:sldMk cId="1471278381" sldId="2147376341"/>
            <ac:spMk id="2" creationId="{A80A98E3-4805-73D6-AB24-A238968AD030}"/>
          </ac:spMkLst>
        </pc:spChg>
        <pc:spChg chg="mod">
          <ac:chgData name="Asaf Yogev" userId="81b91011-ee9a-4879-b7fb-79631b447aa1" providerId="ADAL" clId="{D37A6071-AC91-4458-BDC2-D913A5B6A834}" dt="2026-02-03T09:40:21.193" v="2382" actId="1036"/>
          <ac:spMkLst>
            <pc:docMk/>
            <pc:sldMk cId="1471278381" sldId="2147376341"/>
            <ac:spMk id="13" creationId="{8D15BA95-5F57-E9AF-A536-FB882A3F3578}"/>
          </ac:spMkLst>
        </pc:spChg>
        <pc:spChg chg="mod">
          <ac:chgData name="Asaf Yogev" userId="81b91011-ee9a-4879-b7fb-79631b447aa1" providerId="ADAL" clId="{D37A6071-AC91-4458-BDC2-D913A5B6A834}" dt="2026-02-03T09:40:21.193" v="2382" actId="1036"/>
          <ac:spMkLst>
            <pc:docMk/>
            <pc:sldMk cId="1471278381" sldId="2147376341"/>
            <ac:spMk id="14" creationId="{C0F2FF63-2BA5-C405-1254-8CF3B0AC8ED3}"/>
          </ac:spMkLst>
        </pc:spChg>
        <pc:spChg chg="mod">
          <ac:chgData name="Asaf Yogev" userId="81b91011-ee9a-4879-b7fb-79631b447aa1" providerId="ADAL" clId="{D37A6071-AC91-4458-BDC2-D913A5B6A834}" dt="2026-02-03T09:40:21.193" v="2382" actId="1036"/>
          <ac:spMkLst>
            <pc:docMk/>
            <pc:sldMk cId="1471278381" sldId="2147376341"/>
            <ac:spMk id="17" creationId="{D09EC18B-CA00-3B3A-8407-DE3DC203199A}"/>
          </ac:spMkLst>
        </pc:spChg>
        <pc:spChg chg="mod">
          <ac:chgData name="Asaf Yogev" userId="81b91011-ee9a-4879-b7fb-79631b447aa1" providerId="ADAL" clId="{D37A6071-AC91-4458-BDC2-D913A5B6A834}" dt="2026-02-03T09:40:34.477" v="2404" actId="1036"/>
          <ac:spMkLst>
            <pc:docMk/>
            <pc:sldMk cId="1471278381" sldId="2147376341"/>
            <ac:spMk id="18" creationId="{8AB590A6-8F04-41B3-F823-0582A6D9748B}"/>
          </ac:spMkLst>
        </pc:spChg>
        <pc:spChg chg="mod">
          <ac:chgData name="Asaf Yogev" userId="81b91011-ee9a-4879-b7fb-79631b447aa1" providerId="ADAL" clId="{D37A6071-AC91-4458-BDC2-D913A5B6A834}" dt="2026-02-03T09:40:21.193" v="2382" actId="1036"/>
          <ac:spMkLst>
            <pc:docMk/>
            <pc:sldMk cId="1471278381" sldId="2147376341"/>
            <ac:spMk id="20" creationId="{A7BDA57D-24AB-A92B-BBE7-8439E7AE0DA1}"/>
          </ac:spMkLst>
        </pc:spChg>
        <pc:spChg chg="mod">
          <ac:chgData name="Asaf Yogev" userId="81b91011-ee9a-4879-b7fb-79631b447aa1" providerId="ADAL" clId="{D37A6071-AC91-4458-BDC2-D913A5B6A834}" dt="2026-02-03T09:40:21.193" v="2382" actId="1036"/>
          <ac:spMkLst>
            <pc:docMk/>
            <pc:sldMk cId="1471278381" sldId="2147376341"/>
            <ac:spMk id="21" creationId="{2A7A4889-8287-8B53-009C-57D7F8A49444}"/>
          </ac:spMkLst>
        </pc:spChg>
        <pc:picChg chg="mod">
          <ac:chgData name="Asaf Yogev" userId="81b91011-ee9a-4879-b7fb-79631b447aa1" providerId="ADAL" clId="{D37A6071-AC91-4458-BDC2-D913A5B6A834}" dt="2026-02-03T09:40:21.193" v="2382" actId="1036"/>
          <ac:picMkLst>
            <pc:docMk/>
            <pc:sldMk cId="1471278381" sldId="2147376341"/>
            <ac:picMk id="4" creationId="{F496A090-4085-4082-B6C7-7AAA685ABB79}"/>
          </ac:picMkLst>
        </pc:picChg>
      </pc:sldChg>
      <pc:sldChg chg="addSp delSp modSp add mod">
        <pc:chgData name="Asaf Yogev" userId="81b91011-ee9a-4879-b7fb-79631b447aa1" providerId="ADAL" clId="{D37A6071-AC91-4458-BDC2-D913A5B6A834}" dt="2026-02-12T10:54:42.054" v="5150"/>
        <pc:sldMkLst>
          <pc:docMk/>
          <pc:sldMk cId="435864657" sldId="2147376344"/>
        </pc:sldMkLst>
        <pc:spChg chg="add mod">
          <ac:chgData name="Asaf Yogev" userId="81b91011-ee9a-4879-b7fb-79631b447aa1" providerId="ADAL" clId="{D37A6071-AC91-4458-BDC2-D913A5B6A834}" dt="2026-02-12T10:54:42.054" v="5150"/>
          <ac:spMkLst>
            <pc:docMk/>
            <pc:sldMk cId="435864657" sldId="2147376344"/>
            <ac:spMk id="2" creationId="{D6BFCFD0-821D-E385-9060-948E3E5D9BC2}"/>
          </ac:spMkLst>
        </pc:spChg>
        <pc:spChg chg="mod">
          <ac:chgData name="Asaf Yogev" userId="81b91011-ee9a-4879-b7fb-79631b447aa1" providerId="ADAL" clId="{D37A6071-AC91-4458-BDC2-D913A5B6A834}" dt="2026-02-12T10:54:42.054" v="5150"/>
          <ac:spMkLst>
            <pc:docMk/>
            <pc:sldMk cId="435864657" sldId="2147376344"/>
            <ac:spMk id="3" creationId="{73ACF3F3-4360-A261-347D-C9C378DBE2AA}"/>
          </ac:spMkLst>
        </pc:spChg>
      </pc:sldChg>
      <pc:sldChg chg="addSp delSp modSp add mod">
        <pc:chgData name="Asaf Yogev" userId="81b91011-ee9a-4879-b7fb-79631b447aa1" providerId="ADAL" clId="{D37A6071-AC91-4458-BDC2-D913A5B6A834}" dt="2026-02-05T10:36:00.174" v="3637"/>
        <pc:sldMkLst>
          <pc:docMk/>
          <pc:sldMk cId="3289473725" sldId="2147376361"/>
        </pc:sldMkLst>
        <pc:spChg chg="add mod">
          <ac:chgData name="Asaf Yogev" userId="81b91011-ee9a-4879-b7fb-79631b447aa1" providerId="ADAL" clId="{D37A6071-AC91-4458-BDC2-D913A5B6A834}" dt="2026-02-05T10:36:00.174" v="3637"/>
          <ac:spMkLst>
            <pc:docMk/>
            <pc:sldMk cId="3289473725" sldId="2147376361"/>
            <ac:spMk id="2" creationId="{6614FBA8-8B4A-8AD4-8133-90650267A2B3}"/>
          </ac:spMkLst>
        </pc:spChg>
        <pc:spChg chg="mod">
          <ac:chgData name="Asaf Yogev" userId="81b91011-ee9a-4879-b7fb-79631b447aa1" providerId="ADAL" clId="{D37A6071-AC91-4458-BDC2-D913A5B6A834}" dt="2026-02-03T09:43:25.364" v="2496" actId="1076"/>
          <ac:spMkLst>
            <pc:docMk/>
            <pc:sldMk cId="3289473725" sldId="2147376361"/>
            <ac:spMk id="5" creationId="{1F48773E-B007-8638-F1FD-4C04C8307E14}"/>
          </ac:spMkLst>
        </pc:spChg>
      </pc:sldChg>
      <pc:sldChg chg="addSp modSp add mod">
        <pc:chgData name="Asaf Yogev" userId="81b91011-ee9a-4879-b7fb-79631b447aa1" providerId="ADAL" clId="{D37A6071-AC91-4458-BDC2-D913A5B6A834}" dt="2026-02-12T10:54:42.054" v="5150"/>
        <pc:sldMkLst>
          <pc:docMk/>
          <pc:sldMk cId="1415796128" sldId="2147376362"/>
        </pc:sldMkLst>
        <pc:spChg chg="add mod">
          <ac:chgData name="Asaf Yogev" userId="81b91011-ee9a-4879-b7fb-79631b447aa1" providerId="ADAL" clId="{D37A6071-AC91-4458-BDC2-D913A5B6A834}" dt="2026-02-12T10:54:42.054" v="5150"/>
          <ac:spMkLst>
            <pc:docMk/>
            <pc:sldMk cId="1415796128" sldId="2147376362"/>
            <ac:spMk id="2" creationId="{BDBAEBC6-AAFA-C96F-C5B8-CC9C4C4779B1}"/>
          </ac:spMkLst>
        </pc:spChg>
        <pc:spChg chg="mod">
          <ac:chgData name="Asaf Yogev" userId="81b91011-ee9a-4879-b7fb-79631b447aa1" providerId="ADAL" clId="{D37A6071-AC91-4458-BDC2-D913A5B6A834}" dt="2026-02-12T10:54:42.054" v="5150"/>
          <ac:spMkLst>
            <pc:docMk/>
            <pc:sldMk cId="1415796128" sldId="2147376362"/>
            <ac:spMk id="3" creationId="{EEC4A0DA-6ABC-D8C7-5563-FFF7385039EF}"/>
          </ac:spMkLst>
        </pc:spChg>
        <pc:picChg chg="mod">
          <ac:chgData name="Asaf Yogev" userId="81b91011-ee9a-4879-b7fb-79631b447aa1" providerId="ADAL" clId="{D37A6071-AC91-4458-BDC2-D913A5B6A834}" dt="2026-02-03T09:37:34.196" v="2221" actId="1076"/>
          <ac:picMkLst>
            <pc:docMk/>
            <pc:sldMk cId="1415796128" sldId="2147376362"/>
            <ac:picMk id="9" creationId="{ED7FC652-F910-6F69-39E4-3A53A7314FD5}"/>
          </ac:picMkLst>
        </pc:picChg>
      </pc:sldChg>
      <pc:sldChg chg="modSp add mod ord">
        <pc:chgData name="Asaf Yogev" userId="81b91011-ee9a-4879-b7fb-79631b447aa1" providerId="ADAL" clId="{D37A6071-AC91-4458-BDC2-D913A5B6A834}" dt="2026-02-03T09:43:02.799" v="2492" actId="20577"/>
        <pc:sldMkLst>
          <pc:docMk/>
          <pc:sldMk cId="3113434104" sldId="2147376363"/>
        </pc:sldMkLst>
        <pc:spChg chg="mod">
          <ac:chgData name="Asaf Yogev" userId="81b91011-ee9a-4879-b7fb-79631b447aa1" providerId="ADAL" clId="{D37A6071-AC91-4458-BDC2-D913A5B6A834}" dt="2026-02-03T09:43:02.799" v="2492" actId="20577"/>
          <ac:spMkLst>
            <pc:docMk/>
            <pc:sldMk cId="3113434104" sldId="2147376363"/>
            <ac:spMk id="139" creationId="{9DA378BA-241C-8504-F34C-0AED8EB02F3F}"/>
          </ac:spMkLst>
        </pc:spChg>
      </pc:sldChg>
      <pc:sldChg chg="addSp delSp modSp add mod">
        <pc:chgData name="Asaf Yogev" userId="81b91011-ee9a-4879-b7fb-79631b447aa1" providerId="ADAL" clId="{D37A6071-AC91-4458-BDC2-D913A5B6A834}" dt="2026-02-05T10:38:10.628" v="3638"/>
        <pc:sldMkLst>
          <pc:docMk/>
          <pc:sldMk cId="561272972" sldId="2147376364"/>
        </pc:sldMkLst>
        <pc:spChg chg="add mod">
          <ac:chgData name="Asaf Yogev" userId="81b91011-ee9a-4879-b7fb-79631b447aa1" providerId="ADAL" clId="{D37A6071-AC91-4458-BDC2-D913A5B6A834}" dt="2026-02-05T10:38:10.628" v="3638"/>
          <ac:spMkLst>
            <pc:docMk/>
            <pc:sldMk cId="561272972" sldId="2147376364"/>
            <ac:spMk id="2" creationId="{96BCA177-0FEC-F4ED-BB40-19CF22C6059D}"/>
          </ac:spMkLst>
        </pc:spChg>
        <pc:spChg chg="mod">
          <ac:chgData name="Asaf Yogev" userId="81b91011-ee9a-4879-b7fb-79631b447aa1" providerId="ADAL" clId="{D37A6071-AC91-4458-BDC2-D913A5B6A834}" dt="2026-02-03T09:44:03.805" v="2515" actId="1036"/>
          <ac:spMkLst>
            <pc:docMk/>
            <pc:sldMk cId="561272972" sldId="2147376364"/>
            <ac:spMk id="5" creationId="{C86C0A39-E91C-5234-63D9-C94CE8B75D5F}"/>
          </ac:spMkLst>
        </pc:spChg>
      </pc:sldChg>
      <pc:sldChg chg="addSp delSp modSp add mod">
        <pc:chgData name="Asaf Yogev" userId="81b91011-ee9a-4879-b7fb-79631b447aa1" providerId="ADAL" clId="{D37A6071-AC91-4458-BDC2-D913A5B6A834}" dt="2026-02-15T11:12:47.759" v="5350" actId="21"/>
        <pc:sldMkLst>
          <pc:docMk/>
          <pc:sldMk cId="1107577093" sldId="2147376365"/>
        </pc:sldMkLst>
        <pc:spChg chg="add del mod">
          <ac:chgData name="Asaf Yogev" userId="81b91011-ee9a-4879-b7fb-79631b447aa1" providerId="ADAL" clId="{D37A6071-AC91-4458-BDC2-D913A5B6A834}" dt="2026-02-15T11:12:47.759" v="5350" actId="21"/>
          <ac:spMkLst>
            <pc:docMk/>
            <pc:sldMk cId="1107577093" sldId="2147376365"/>
            <ac:spMk id="2" creationId="{8EB6EDBD-83E9-C175-5FB7-CE13222E5374}"/>
          </ac:spMkLst>
        </pc:spChg>
        <pc:spChg chg="mod">
          <ac:chgData name="Asaf Yogev" userId="81b91011-ee9a-4879-b7fb-79631b447aa1" providerId="ADAL" clId="{D37A6071-AC91-4458-BDC2-D913A5B6A834}" dt="2026-02-03T09:44:17.837" v="2534" actId="1035"/>
          <ac:spMkLst>
            <pc:docMk/>
            <pc:sldMk cId="1107577093" sldId="2147376365"/>
            <ac:spMk id="5" creationId="{032F323A-053B-6C52-27C5-A21E2813A2A2}"/>
          </ac:spMkLst>
        </pc:spChg>
      </pc:sldChg>
      <pc:sldChg chg="delSp modSp add mod">
        <pc:chgData name="Asaf Yogev" userId="81b91011-ee9a-4879-b7fb-79631b447aa1" providerId="ADAL" clId="{D37A6071-AC91-4458-BDC2-D913A5B6A834}" dt="2026-02-03T09:44:30.895" v="2549" actId="1035"/>
        <pc:sldMkLst>
          <pc:docMk/>
          <pc:sldMk cId="2093047558" sldId="2147376366"/>
        </pc:sldMkLst>
        <pc:spChg chg="mod">
          <ac:chgData name="Asaf Yogev" userId="81b91011-ee9a-4879-b7fb-79631b447aa1" providerId="ADAL" clId="{D37A6071-AC91-4458-BDC2-D913A5B6A834}" dt="2026-02-03T09:44:30.895" v="2549" actId="1035"/>
          <ac:spMkLst>
            <pc:docMk/>
            <pc:sldMk cId="2093047558" sldId="2147376366"/>
            <ac:spMk id="5" creationId="{C0FEE3DF-E38D-BCC3-A2AB-9F14EF42B540}"/>
          </ac:spMkLst>
        </pc:spChg>
      </pc:sldChg>
      <pc:sldChg chg="addSp delSp modSp add mod">
        <pc:chgData name="Asaf Yogev" userId="81b91011-ee9a-4879-b7fb-79631b447aa1" providerId="ADAL" clId="{D37A6071-AC91-4458-BDC2-D913A5B6A834}" dt="2026-02-03T09:45:08.826" v="2566"/>
        <pc:sldMkLst>
          <pc:docMk/>
          <pc:sldMk cId="1705486398" sldId="2147376367"/>
        </pc:sldMkLst>
        <pc:spChg chg="mod">
          <ac:chgData name="Asaf Yogev" userId="81b91011-ee9a-4879-b7fb-79631b447aa1" providerId="ADAL" clId="{D37A6071-AC91-4458-BDC2-D913A5B6A834}" dt="2026-02-03T09:44:46.299" v="2564" actId="1036"/>
          <ac:spMkLst>
            <pc:docMk/>
            <pc:sldMk cId="1705486398" sldId="2147376367"/>
            <ac:spMk id="5" creationId="{D42D028E-3DF2-D231-E655-A1A4E2AE4924}"/>
          </ac:spMkLst>
        </pc:spChg>
        <pc:picChg chg="mod">
          <ac:chgData name="Asaf Yogev" userId="81b91011-ee9a-4879-b7fb-79631b447aa1" providerId="ADAL" clId="{D37A6071-AC91-4458-BDC2-D913A5B6A834}" dt="2026-02-03T09:45:08.826" v="2566"/>
          <ac:picMkLst>
            <pc:docMk/>
            <pc:sldMk cId="1705486398" sldId="2147376367"/>
            <ac:picMk id="6" creationId="{7DE23C69-7613-2021-5DD3-12E884957F06}"/>
          </ac:picMkLst>
        </pc:picChg>
      </pc:sldChg>
      <pc:sldChg chg="addSp delSp modSp add mod delAnim modAnim">
        <pc:chgData name="Asaf Yogev" userId="81b91011-ee9a-4879-b7fb-79631b447aa1" providerId="ADAL" clId="{D37A6071-AC91-4458-BDC2-D913A5B6A834}" dt="2026-02-18T06:13:38.078" v="6369"/>
        <pc:sldMkLst>
          <pc:docMk/>
          <pc:sldMk cId="2951354582" sldId="2147376370"/>
        </pc:sldMkLst>
        <pc:spChg chg="add mod">
          <ac:chgData name="Asaf Yogev" userId="81b91011-ee9a-4879-b7fb-79631b447aa1" providerId="ADAL" clId="{D37A6071-AC91-4458-BDC2-D913A5B6A834}" dt="2026-02-18T06:13:38.078" v="6369"/>
          <ac:spMkLst>
            <pc:docMk/>
            <pc:sldMk cId="2951354582" sldId="2147376370"/>
            <ac:spMk id="6" creationId="{54E4D994-CDEA-F8E9-B1C4-983DE198E241}"/>
          </ac:spMkLst>
        </pc:spChg>
        <pc:spChg chg="add mod">
          <ac:chgData name="Asaf Yogev" userId="81b91011-ee9a-4879-b7fb-79631b447aa1" providerId="ADAL" clId="{D37A6071-AC91-4458-BDC2-D913A5B6A834}" dt="2026-02-05T15:38:45.935" v="4413" actId="20577"/>
          <ac:spMkLst>
            <pc:docMk/>
            <pc:sldMk cId="2951354582" sldId="2147376370"/>
            <ac:spMk id="13" creationId="{ADF667A1-CFBA-EFCD-17DB-20AFFC3B2778}"/>
          </ac:spMkLst>
        </pc:spChg>
        <pc:spChg chg="add mod">
          <ac:chgData name="Asaf Yogev" userId="81b91011-ee9a-4879-b7fb-79631b447aa1" providerId="ADAL" clId="{D37A6071-AC91-4458-BDC2-D913A5B6A834}" dt="2026-02-05T15:40:12.157" v="4454" actId="20577"/>
          <ac:spMkLst>
            <pc:docMk/>
            <pc:sldMk cId="2951354582" sldId="2147376370"/>
            <ac:spMk id="14" creationId="{E6792ADF-8116-7A39-A5CC-8E31323C28A4}"/>
          </ac:spMkLst>
        </pc:spChg>
        <pc:spChg chg="mod">
          <ac:chgData name="Asaf Yogev" userId="81b91011-ee9a-4879-b7fb-79631b447aa1" providerId="ADAL" clId="{D37A6071-AC91-4458-BDC2-D913A5B6A834}" dt="2026-02-05T09:30:32.612" v="3083" actId="20577"/>
          <ac:spMkLst>
            <pc:docMk/>
            <pc:sldMk cId="2951354582" sldId="2147376370"/>
            <ac:spMk id="27" creationId="{72716A93-BF47-6EDB-04D9-4379E84A6F81}"/>
          </ac:spMkLst>
        </pc:spChg>
        <pc:spChg chg="add del mod">
          <ac:chgData name="Asaf Yogev" userId="81b91011-ee9a-4879-b7fb-79631b447aa1" providerId="ADAL" clId="{D37A6071-AC91-4458-BDC2-D913A5B6A834}" dt="2026-02-05T15:38:52.987" v="4437" actId="1038"/>
          <ac:spMkLst>
            <pc:docMk/>
            <pc:sldMk cId="2951354582" sldId="2147376370"/>
            <ac:spMk id="68" creationId="{78E83092-8C71-5E85-9508-F850FE1CFC17}"/>
          </ac:spMkLst>
        </pc:spChg>
        <pc:picChg chg="add mod ord modCrop">
          <ac:chgData name="Asaf Yogev" userId="81b91011-ee9a-4879-b7fb-79631b447aa1" providerId="ADAL" clId="{D37A6071-AC91-4458-BDC2-D913A5B6A834}" dt="2026-02-05T15:37:10.705" v="4264" actId="1076"/>
          <ac:picMkLst>
            <pc:docMk/>
            <pc:sldMk cId="2951354582" sldId="2147376370"/>
            <ac:picMk id="9" creationId="{DB7CE249-2D76-3AB4-2353-B97EB0AA4ED7}"/>
          </ac:picMkLst>
        </pc:picChg>
        <pc:picChg chg="add mod ord modCrop">
          <ac:chgData name="Asaf Yogev" userId="81b91011-ee9a-4879-b7fb-79631b447aa1" providerId="ADAL" clId="{D37A6071-AC91-4458-BDC2-D913A5B6A834}" dt="2026-02-05T15:37:12.755" v="4265" actId="1076"/>
          <ac:picMkLst>
            <pc:docMk/>
            <pc:sldMk cId="2951354582" sldId="2147376370"/>
            <ac:picMk id="11" creationId="{A09A0CA7-C542-71FF-9B77-36A04B971E26}"/>
          </ac:picMkLst>
        </pc:picChg>
        <pc:picChg chg="mod ord">
          <ac:chgData name="Asaf Yogev" userId="81b91011-ee9a-4879-b7fb-79631b447aa1" providerId="ADAL" clId="{D37A6071-AC91-4458-BDC2-D913A5B6A834}" dt="2026-02-05T15:37:06.133" v="4263" actId="1076"/>
          <ac:picMkLst>
            <pc:docMk/>
            <pc:sldMk cId="2951354582" sldId="2147376370"/>
            <ac:picMk id="70" creationId="{0B7130F3-521F-B742-3BF1-57B5FED5E4E6}"/>
          </ac:picMkLst>
        </pc:picChg>
        <pc:picChg chg="mod ord">
          <ac:chgData name="Asaf Yogev" userId="81b91011-ee9a-4879-b7fb-79631b447aa1" providerId="ADAL" clId="{D37A6071-AC91-4458-BDC2-D913A5B6A834}" dt="2026-02-05T15:37:06.133" v="4263" actId="1076"/>
          <ac:picMkLst>
            <pc:docMk/>
            <pc:sldMk cId="2951354582" sldId="2147376370"/>
            <ac:picMk id="73" creationId="{2221E817-9505-FFE1-F9C9-BD6934A180FF}"/>
          </ac:picMkLst>
        </pc:picChg>
        <pc:picChg chg="mod ord">
          <ac:chgData name="Asaf Yogev" userId="81b91011-ee9a-4879-b7fb-79631b447aa1" providerId="ADAL" clId="{D37A6071-AC91-4458-BDC2-D913A5B6A834}" dt="2026-02-05T15:37:06.133" v="4263" actId="1076"/>
          <ac:picMkLst>
            <pc:docMk/>
            <pc:sldMk cId="2951354582" sldId="2147376370"/>
            <ac:picMk id="77" creationId="{A1C13CB8-0632-DC31-B35A-59CD5DDE1132}"/>
          </ac:picMkLst>
        </pc:picChg>
        <pc:picChg chg="mod ord">
          <ac:chgData name="Asaf Yogev" userId="81b91011-ee9a-4879-b7fb-79631b447aa1" providerId="ADAL" clId="{D37A6071-AC91-4458-BDC2-D913A5B6A834}" dt="2026-02-05T15:37:06.133" v="4263" actId="1076"/>
          <ac:picMkLst>
            <pc:docMk/>
            <pc:sldMk cId="2951354582" sldId="2147376370"/>
            <ac:picMk id="80" creationId="{559DEF3D-AA02-71EE-22CD-D44F8342A97D}"/>
          </ac:picMkLst>
        </pc:picChg>
        <pc:picChg chg="mod ord">
          <ac:chgData name="Asaf Yogev" userId="81b91011-ee9a-4879-b7fb-79631b447aa1" providerId="ADAL" clId="{D37A6071-AC91-4458-BDC2-D913A5B6A834}" dt="2026-02-05T15:37:06.133" v="4263" actId="1076"/>
          <ac:picMkLst>
            <pc:docMk/>
            <pc:sldMk cId="2951354582" sldId="2147376370"/>
            <ac:picMk id="81" creationId="{4FA97788-5461-2C3C-9AA2-30084258546C}"/>
          </ac:picMkLst>
        </pc:picChg>
        <pc:picChg chg="mod ord">
          <ac:chgData name="Asaf Yogev" userId="81b91011-ee9a-4879-b7fb-79631b447aa1" providerId="ADAL" clId="{D37A6071-AC91-4458-BDC2-D913A5B6A834}" dt="2026-02-05T15:37:06.133" v="4263" actId="1076"/>
          <ac:picMkLst>
            <pc:docMk/>
            <pc:sldMk cId="2951354582" sldId="2147376370"/>
            <ac:picMk id="84" creationId="{30F282DC-B5FD-701E-A951-47EBC919EB13}"/>
          </ac:picMkLst>
        </pc:picChg>
        <pc:cxnChg chg="add mod">
          <ac:chgData name="Asaf Yogev" userId="81b91011-ee9a-4879-b7fb-79631b447aa1" providerId="ADAL" clId="{D37A6071-AC91-4458-BDC2-D913A5B6A834}" dt="2026-02-05T15:39:35.111" v="4445" actId="14100"/>
          <ac:cxnSpMkLst>
            <pc:docMk/>
            <pc:sldMk cId="2951354582" sldId="2147376370"/>
            <ac:cxnSpMk id="15" creationId="{51CD4A8C-CF1D-FDED-4E2F-5202D09F1DD2}"/>
          </ac:cxnSpMkLst>
        </pc:cxnChg>
      </pc:sldChg>
      <pc:sldChg chg="addSp delSp modSp add mod">
        <pc:chgData name="Asaf Yogev" userId="81b91011-ee9a-4879-b7fb-79631b447aa1" providerId="ADAL" clId="{D37A6071-AC91-4458-BDC2-D913A5B6A834}" dt="2026-02-18T09:40:08.755" v="6882" actId="478"/>
        <pc:sldMkLst>
          <pc:docMk/>
          <pc:sldMk cId="3150182449" sldId="2147376371"/>
        </pc:sldMkLst>
        <pc:spChg chg="mod">
          <ac:chgData name="Asaf Yogev" userId="81b91011-ee9a-4879-b7fb-79631b447aa1" providerId="ADAL" clId="{D37A6071-AC91-4458-BDC2-D913A5B6A834}" dt="2026-02-05T15:27:58.312" v="4180" actId="14100"/>
          <ac:spMkLst>
            <pc:docMk/>
            <pc:sldMk cId="3150182449" sldId="2147376371"/>
            <ac:spMk id="27" creationId="{0BA6C738-0DC0-0844-9A2F-CCBEA0467212}"/>
          </ac:spMkLst>
        </pc:spChg>
        <pc:graphicFrameChg chg="add mod modGraphic">
          <ac:chgData name="Asaf Yogev" userId="81b91011-ee9a-4879-b7fb-79631b447aa1" providerId="ADAL" clId="{D37A6071-AC91-4458-BDC2-D913A5B6A834}" dt="2026-02-18T06:03:24.551" v="6352" actId="20577"/>
          <ac:graphicFrameMkLst>
            <pc:docMk/>
            <pc:sldMk cId="3150182449" sldId="2147376371"/>
            <ac:graphicFrameMk id="2" creationId="{DBF9E6FF-946C-5CEF-A212-1DCA606DD703}"/>
          </ac:graphicFrameMkLst>
        </pc:graphicFrameChg>
      </pc:sldChg>
      <pc:sldChg chg="addSp delSp modSp add mod">
        <pc:chgData name="Asaf Yogev" userId="81b91011-ee9a-4879-b7fb-79631b447aa1" providerId="ADAL" clId="{D37A6071-AC91-4458-BDC2-D913A5B6A834}" dt="2026-02-18T06:21:35.451" v="6535"/>
        <pc:sldMkLst>
          <pc:docMk/>
          <pc:sldMk cId="1902278008" sldId="2147376372"/>
        </pc:sldMkLst>
        <pc:spChg chg="add mod">
          <ac:chgData name="Asaf Yogev" userId="81b91011-ee9a-4879-b7fb-79631b447aa1" providerId="ADAL" clId="{D37A6071-AC91-4458-BDC2-D913A5B6A834}" dt="2026-02-16T15:44:09.411" v="6255" actId="20577"/>
          <ac:spMkLst>
            <pc:docMk/>
            <pc:sldMk cId="1902278008" sldId="2147376372"/>
            <ac:spMk id="3" creationId="{A37963B3-FFD4-3E78-57CE-8F33679287EF}"/>
          </ac:spMkLst>
        </pc:spChg>
        <pc:spChg chg="add mod">
          <ac:chgData name="Asaf Yogev" userId="81b91011-ee9a-4879-b7fb-79631b447aa1" providerId="ADAL" clId="{D37A6071-AC91-4458-BDC2-D913A5B6A834}" dt="2026-02-18T06:21:35.451" v="6535"/>
          <ac:spMkLst>
            <pc:docMk/>
            <pc:sldMk cId="1902278008" sldId="2147376372"/>
            <ac:spMk id="4" creationId="{126B17E1-E25F-A936-34A3-0E85BE5CD3B3}"/>
          </ac:spMkLst>
        </pc:spChg>
        <pc:spChg chg="mod">
          <ac:chgData name="Asaf Yogev" userId="81b91011-ee9a-4879-b7fb-79631b447aa1" providerId="ADAL" clId="{D37A6071-AC91-4458-BDC2-D913A5B6A834}" dt="2026-02-05T15:45:36.563" v="4695" actId="1036"/>
          <ac:spMkLst>
            <pc:docMk/>
            <pc:sldMk cId="1902278008" sldId="2147376372"/>
            <ac:spMk id="13" creationId="{FF3F0AE1-C39D-B613-50E3-10975CA5A05B}"/>
          </ac:spMkLst>
        </pc:spChg>
        <pc:spChg chg="mod">
          <ac:chgData name="Asaf Yogev" userId="81b91011-ee9a-4879-b7fb-79631b447aa1" providerId="ADAL" clId="{D37A6071-AC91-4458-BDC2-D913A5B6A834}" dt="2026-02-18T06:21:21.342" v="6534"/>
          <ac:spMkLst>
            <pc:docMk/>
            <pc:sldMk cId="1902278008" sldId="2147376372"/>
            <ac:spMk id="14" creationId="{5A2C8CE6-9965-6FF7-6A79-E387B2F0DDAB}"/>
          </ac:spMkLst>
        </pc:spChg>
        <pc:spChg chg="mod">
          <ac:chgData name="Asaf Yogev" userId="81b91011-ee9a-4879-b7fb-79631b447aa1" providerId="ADAL" clId="{D37A6071-AC91-4458-BDC2-D913A5B6A834}" dt="2026-02-05T15:42:36.382" v="4480" actId="14100"/>
          <ac:spMkLst>
            <pc:docMk/>
            <pc:sldMk cId="1902278008" sldId="2147376372"/>
            <ac:spMk id="27" creationId="{913FD403-F520-77B8-E9DA-3ACDB56729E0}"/>
          </ac:spMkLst>
        </pc:spChg>
        <pc:cxnChg chg="mod">
          <ac:chgData name="Asaf Yogev" userId="81b91011-ee9a-4879-b7fb-79631b447aa1" providerId="ADAL" clId="{D37A6071-AC91-4458-BDC2-D913A5B6A834}" dt="2026-02-05T15:45:36.563" v="4695" actId="1036"/>
          <ac:cxnSpMkLst>
            <pc:docMk/>
            <pc:sldMk cId="1902278008" sldId="2147376372"/>
            <ac:cxnSpMk id="15" creationId="{196EC5EC-7872-20F6-1B20-A0E54B0F576E}"/>
          </ac:cxnSpMkLst>
        </pc:cxnChg>
      </pc:sldChg>
      <pc:sldChg chg="addSp delSp modSp add del mod">
        <pc:chgData name="Asaf Yogev" userId="81b91011-ee9a-4879-b7fb-79631b447aa1" providerId="ADAL" clId="{D37A6071-AC91-4458-BDC2-D913A5B6A834}" dt="2026-02-18T06:22:01.444" v="6545"/>
        <pc:sldMkLst>
          <pc:docMk/>
          <pc:sldMk cId="2147254807" sldId="2147376373"/>
        </pc:sldMkLst>
        <pc:spChg chg="mod">
          <ac:chgData name="Asaf Yogev" userId="81b91011-ee9a-4879-b7fb-79631b447aa1" providerId="ADAL" clId="{D37A6071-AC91-4458-BDC2-D913A5B6A834}" dt="2026-02-05T15:48:16.107" v="4795" actId="27636"/>
          <ac:spMkLst>
            <pc:docMk/>
            <pc:sldMk cId="2147254807" sldId="2147376373"/>
            <ac:spMk id="3" creationId="{4F39D04E-4B17-24F5-97B0-58FBE91859ED}"/>
          </ac:spMkLst>
        </pc:spChg>
        <pc:spChg chg="mod">
          <ac:chgData name="Asaf Yogev" userId="81b91011-ee9a-4879-b7fb-79631b447aa1" providerId="ADAL" clId="{D37A6071-AC91-4458-BDC2-D913A5B6A834}" dt="2026-02-18T06:22:01.444" v="6545"/>
          <ac:spMkLst>
            <pc:docMk/>
            <pc:sldMk cId="2147254807" sldId="2147376373"/>
            <ac:spMk id="4" creationId="{622C8861-FBA4-4F8B-BFC1-AF091D942303}"/>
          </ac:spMkLst>
        </pc:spChg>
        <pc:spChg chg="add mod">
          <ac:chgData name="Asaf Yogev" userId="81b91011-ee9a-4879-b7fb-79631b447aa1" providerId="ADAL" clId="{D37A6071-AC91-4458-BDC2-D913A5B6A834}" dt="2026-02-05T15:46:22.332" v="4738" actId="14100"/>
          <ac:spMkLst>
            <pc:docMk/>
            <pc:sldMk cId="2147254807" sldId="2147376373"/>
            <ac:spMk id="7" creationId="{A7D2720F-14F4-1F46-686E-399209456106}"/>
          </ac:spMkLst>
        </pc:spChg>
        <pc:spChg chg="mod">
          <ac:chgData name="Asaf Yogev" userId="81b91011-ee9a-4879-b7fb-79631b447aa1" providerId="ADAL" clId="{D37A6071-AC91-4458-BDC2-D913A5B6A834}" dt="2026-02-05T15:47:06.516" v="4781" actId="255"/>
          <ac:spMkLst>
            <pc:docMk/>
            <pc:sldMk cId="2147254807" sldId="2147376373"/>
            <ac:spMk id="13" creationId="{D738A0A9-9B2F-1036-8ED1-68D3089BB217}"/>
          </ac:spMkLst>
        </pc:spChg>
        <pc:spChg chg="mod">
          <ac:chgData name="Asaf Yogev" userId="81b91011-ee9a-4879-b7fb-79631b447aa1" providerId="ADAL" clId="{D37A6071-AC91-4458-BDC2-D913A5B6A834}" dt="2026-02-18T06:19:45.490" v="6528" actId="113"/>
          <ac:spMkLst>
            <pc:docMk/>
            <pc:sldMk cId="2147254807" sldId="2147376373"/>
            <ac:spMk id="14" creationId="{FD35FF80-9504-8203-69DC-8E2E193BBF0E}"/>
          </ac:spMkLst>
        </pc:spChg>
        <pc:spChg chg="mod">
          <ac:chgData name="Asaf Yogev" userId="81b91011-ee9a-4879-b7fb-79631b447aa1" providerId="ADAL" clId="{D37A6071-AC91-4458-BDC2-D913A5B6A834}" dt="2026-02-05T15:45:37.564" v="4697" actId="14100"/>
          <ac:spMkLst>
            <pc:docMk/>
            <pc:sldMk cId="2147254807" sldId="2147376373"/>
            <ac:spMk id="27" creationId="{013D3D6D-08EF-D605-4E41-1652F5833951}"/>
          </ac:spMkLst>
        </pc:spChg>
        <pc:cxnChg chg="mod">
          <ac:chgData name="Asaf Yogev" userId="81b91011-ee9a-4879-b7fb-79631b447aa1" providerId="ADAL" clId="{D37A6071-AC91-4458-BDC2-D913A5B6A834}" dt="2026-02-05T15:46:38.185" v="4770" actId="14100"/>
          <ac:cxnSpMkLst>
            <pc:docMk/>
            <pc:sldMk cId="2147254807" sldId="2147376373"/>
            <ac:cxnSpMk id="15" creationId="{6B49C0B4-F3F9-F4BE-9539-E2192D1D2817}"/>
          </ac:cxnSpMkLst>
        </pc:cxnChg>
      </pc:sldChg>
      <pc:sldChg chg="delSp modSp add mod ord addAnim delAnim">
        <pc:chgData name="Asaf Yogev" userId="81b91011-ee9a-4879-b7fb-79631b447aa1" providerId="ADAL" clId="{D37A6071-AC91-4458-BDC2-D913A5B6A834}" dt="2026-02-16T15:04:37.507" v="5356"/>
        <pc:sldMkLst>
          <pc:docMk/>
          <pc:sldMk cId="4203880851" sldId="2147376374"/>
        </pc:sldMkLst>
        <pc:spChg chg="mod">
          <ac:chgData name="Asaf Yogev" userId="81b91011-ee9a-4879-b7fb-79631b447aa1" providerId="ADAL" clId="{D37A6071-AC91-4458-BDC2-D913A5B6A834}" dt="2026-02-15T11:06:22.917" v="5252" actId="13926"/>
          <ac:spMkLst>
            <pc:docMk/>
            <pc:sldMk cId="4203880851" sldId="2147376374"/>
            <ac:spMk id="8" creationId="{389D44D5-78A2-E8AA-1A25-330EC7D27B88}"/>
          </ac:spMkLst>
        </pc:spChg>
        <pc:graphicFrameChg chg="mod modGraphic">
          <ac:chgData name="Asaf Yogev" userId="81b91011-ee9a-4879-b7fb-79631b447aa1" providerId="ADAL" clId="{D37A6071-AC91-4458-BDC2-D913A5B6A834}" dt="2026-02-12T11:04:59.775" v="5167" actId="20577"/>
          <ac:graphicFrameMkLst>
            <pc:docMk/>
            <pc:sldMk cId="4203880851" sldId="2147376374"/>
            <ac:graphicFrameMk id="9" creationId="{CFAE872A-097B-9010-3F41-DF8A3DC09007}"/>
          </ac:graphicFrameMkLst>
        </pc:graphicFrameChg>
        <pc:graphicFrameChg chg="modGraphic">
          <ac:chgData name="Asaf Yogev" userId="81b91011-ee9a-4879-b7fb-79631b447aa1" providerId="ADAL" clId="{D37A6071-AC91-4458-BDC2-D913A5B6A834}" dt="2026-02-12T11:10:18.345" v="5251" actId="20577"/>
          <ac:graphicFrameMkLst>
            <pc:docMk/>
            <pc:sldMk cId="4203880851" sldId="2147376374"/>
            <ac:graphicFrameMk id="10" creationId="{C7A5577F-5ACF-6510-BD28-97C8B4CEC77B}"/>
          </ac:graphicFrameMkLst>
        </pc:graphicFrameChg>
        <pc:graphicFrameChg chg="mod modGraphic">
          <ac:chgData name="Asaf Yogev" userId="81b91011-ee9a-4879-b7fb-79631b447aa1" providerId="ADAL" clId="{D37A6071-AC91-4458-BDC2-D913A5B6A834}" dt="2026-02-12T11:09:18.823" v="5223" actId="108"/>
          <ac:graphicFrameMkLst>
            <pc:docMk/>
            <pc:sldMk cId="4203880851" sldId="2147376374"/>
            <ac:graphicFrameMk id="11" creationId="{1E422243-B061-BDF2-9F50-E49875BBF8D7}"/>
          </ac:graphicFrameMkLst>
        </pc:graphicFrameChg>
        <pc:graphicFrameChg chg="mod modGraphic">
          <ac:chgData name="Asaf Yogev" userId="81b91011-ee9a-4879-b7fb-79631b447aa1" providerId="ADAL" clId="{D37A6071-AC91-4458-BDC2-D913A5B6A834}" dt="2026-02-12T11:06:46.876" v="5179" actId="20577"/>
          <ac:graphicFrameMkLst>
            <pc:docMk/>
            <pc:sldMk cId="4203880851" sldId="2147376374"/>
            <ac:graphicFrameMk id="12" creationId="{7FA4AC23-433A-B8F9-017C-C93BA1220223}"/>
          </ac:graphicFrameMkLst>
        </pc:graphicFrameChg>
      </pc:sldChg>
      <pc:sldChg chg="addSp delSp modSp add mod">
        <pc:chgData name="Asaf Yogev" userId="81b91011-ee9a-4879-b7fb-79631b447aa1" providerId="ADAL" clId="{D37A6071-AC91-4458-BDC2-D913A5B6A834}" dt="2026-02-18T09:39:46.451" v="6880" actId="1076"/>
        <pc:sldMkLst>
          <pc:docMk/>
          <pc:sldMk cId="2906614472" sldId="2147376376"/>
        </pc:sldMkLst>
        <pc:spChg chg="add mod">
          <ac:chgData name="Asaf Yogev" userId="81b91011-ee9a-4879-b7fb-79631b447aa1" providerId="ADAL" clId="{D37A6071-AC91-4458-BDC2-D913A5B6A834}" dt="2026-02-18T09:26:18.129" v="6661" actId="1076"/>
          <ac:spMkLst>
            <pc:docMk/>
            <pc:sldMk cId="2906614472" sldId="2147376376"/>
            <ac:spMk id="8" creationId="{82CEC027-5555-C73B-9BDC-1F01A033C6FF}"/>
          </ac:spMkLst>
        </pc:spChg>
        <pc:spChg chg="add mod">
          <ac:chgData name="Asaf Yogev" userId="81b91011-ee9a-4879-b7fb-79631b447aa1" providerId="ADAL" clId="{D37A6071-AC91-4458-BDC2-D913A5B6A834}" dt="2026-02-18T09:35:20.300" v="6805" actId="20577"/>
          <ac:spMkLst>
            <pc:docMk/>
            <pc:sldMk cId="2906614472" sldId="2147376376"/>
            <ac:spMk id="14" creationId="{D402A65F-32B9-93C8-35E3-08D6DD7D6D2E}"/>
          </ac:spMkLst>
        </pc:spChg>
        <pc:spChg chg="mod">
          <ac:chgData name="Asaf Yogev" userId="81b91011-ee9a-4879-b7fb-79631b447aa1" providerId="ADAL" clId="{D37A6071-AC91-4458-BDC2-D913A5B6A834}" dt="2026-02-18T09:38:58.571" v="6869" actId="20577"/>
          <ac:spMkLst>
            <pc:docMk/>
            <pc:sldMk cId="2906614472" sldId="2147376376"/>
            <ac:spMk id="27" creationId="{07C1012F-599E-4A8B-7688-61A5E099B90E}"/>
          </ac:spMkLst>
        </pc:spChg>
        <pc:picChg chg="add mod">
          <ac:chgData name="Asaf Yogev" userId="81b91011-ee9a-4879-b7fb-79631b447aa1" providerId="ADAL" clId="{D37A6071-AC91-4458-BDC2-D913A5B6A834}" dt="2026-02-18T09:35:15.622" v="6803" actId="1076"/>
          <ac:picMkLst>
            <pc:docMk/>
            <pc:sldMk cId="2906614472" sldId="2147376376"/>
            <ac:picMk id="4" creationId="{76153157-B100-64D5-E26B-ADB29CE36B0A}"/>
          </ac:picMkLst>
        </pc:picChg>
        <pc:picChg chg="add mod">
          <ac:chgData name="Asaf Yogev" userId="81b91011-ee9a-4879-b7fb-79631b447aa1" providerId="ADAL" clId="{D37A6071-AC91-4458-BDC2-D913A5B6A834}" dt="2026-02-18T09:26:08.815" v="6657" actId="1076"/>
          <ac:picMkLst>
            <pc:docMk/>
            <pc:sldMk cId="2906614472" sldId="2147376376"/>
            <ac:picMk id="5" creationId="{3A1327A2-4062-7F25-F0FC-FC52BEF5939E}"/>
          </ac:picMkLst>
        </pc:picChg>
        <pc:picChg chg="add mod">
          <ac:chgData name="Asaf Yogev" userId="81b91011-ee9a-4879-b7fb-79631b447aa1" providerId="ADAL" clId="{D37A6071-AC91-4458-BDC2-D913A5B6A834}" dt="2026-02-18T09:35:12.877" v="6802" actId="1076"/>
          <ac:picMkLst>
            <pc:docMk/>
            <pc:sldMk cId="2906614472" sldId="2147376376"/>
            <ac:picMk id="6" creationId="{CB387C56-205A-33F1-0EA5-9F59119F9BF7}"/>
          </ac:picMkLst>
        </pc:picChg>
        <pc:picChg chg="add mod">
          <ac:chgData name="Asaf Yogev" userId="81b91011-ee9a-4879-b7fb-79631b447aa1" providerId="ADAL" clId="{D37A6071-AC91-4458-BDC2-D913A5B6A834}" dt="2026-02-18T09:26:14.892" v="6660" actId="1076"/>
          <ac:picMkLst>
            <pc:docMk/>
            <pc:sldMk cId="2906614472" sldId="2147376376"/>
            <ac:picMk id="7" creationId="{EC98EE12-9B0D-3613-5664-C6E58628CBD0}"/>
          </ac:picMkLst>
        </pc:picChg>
        <pc:picChg chg="add mod">
          <ac:chgData name="Asaf Yogev" userId="81b91011-ee9a-4879-b7fb-79631b447aa1" providerId="ADAL" clId="{D37A6071-AC91-4458-BDC2-D913A5B6A834}" dt="2026-02-18T09:38:47.644" v="6867" actId="1037"/>
          <ac:picMkLst>
            <pc:docMk/>
            <pc:sldMk cId="2906614472" sldId="2147376376"/>
            <ac:picMk id="1026" creationId="{DBED916E-D050-1F09-F74D-5C32B5A36084}"/>
          </ac:picMkLst>
        </pc:picChg>
        <pc:cxnChg chg="add mod">
          <ac:chgData name="Asaf Yogev" userId="81b91011-ee9a-4879-b7fb-79631b447aa1" providerId="ADAL" clId="{D37A6071-AC91-4458-BDC2-D913A5B6A834}" dt="2026-02-18T09:38:18.708" v="6851" actId="14100"/>
          <ac:cxnSpMkLst>
            <pc:docMk/>
            <pc:sldMk cId="2906614472" sldId="2147376376"/>
            <ac:cxnSpMk id="31" creationId="{ADDD3A39-D727-7101-5947-B8A7BEDF8E44}"/>
          </ac:cxnSpMkLst>
        </pc:cxnChg>
        <pc:cxnChg chg="add mod">
          <ac:chgData name="Asaf Yogev" userId="81b91011-ee9a-4879-b7fb-79631b447aa1" providerId="ADAL" clId="{D37A6071-AC91-4458-BDC2-D913A5B6A834}" dt="2026-02-18T09:38:41.980" v="6858" actId="14100"/>
          <ac:cxnSpMkLst>
            <pc:docMk/>
            <pc:sldMk cId="2906614472" sldId="2147376376"/>
            <ac:cxnSpMk id="32" creationId="{58B6E2B4-24AB-85A5-0671-81EABA7E2132}"/>
          </ac:cxnSpMkLst>
        </pc:cxnChg>
        <pc:cxnChg chg="add mod">
          <ac:chgData name="Asaf Yogev" userId="81b91011-ee9a-4879-b7fb-79631b447aa1" providerId="ADAL" clId="{D37A6071-AC91-4458-BDC2-D913A5B6A834}" dt="2026-02-18T09:38:41.980" v="6858" actId="14100"/>
          <ac:cxnSpMkLst>
            <pc:docMk/>
            <pc:sldMk cId="2906614472" sldId="2147376376"/>
            <ac:cxnSpMk id="38" creationId="{2F756D74-C003-8FBA-CE25-DD8C0EAE5AC6}"/>
          </ac:cxnSpMkLst>
        </pc:cxnChg>
        <pc:cxnChg chg="add mod">
          <ac:chgData name="Asaf Yogev" userId="81b91011-ee9a-4879-b7fb-79631b447aa1" providerId="ADAL" clId="{D37A6071-AC91-4458-BDC2-D913A5B6A834}" dt="2026-02-18T09:38:26.575" v="6855" actId="1076"/>
          <ac:cxnSpMkLst>
            <pc:docMk/>
            <pc:sldMk cId="2906614472" sldId="2147376376"/>
            <ac:cxnSpMk id="50" creationId="{3D38267D-BA28-C2AB-7862-AD1C4690F8C5}"/>
          </ac:cxnSpMkLst>
        </pc:cxnChg>
        <pc:cxnChg chg="add mod">
          <ac:chgData name="Asaf Yogev" userId="81b91011-ee9a-4879-b7fb-79631b447aa1" providerId="ADAL" clId="{D37A6071-AC91-4458-BDC2-D913A5B6A834}" dt="2026-02-18T09:39:40.131" v="6878" actId="1076"/>
          <ac:cxnSpMkLst>
            <pc:docMk/>
            <pc:sldMk cId="2906614472" sldId="2147376376"/>
            <ac:cxnSpMk id="56" creationId="{7F35BB5B-12E9-CBDB-7FA5-87C9ED3467F6}"/>
          </ac:cxnSpMkLst>
        </pc:cxnChg>
        <pc:cxnChg chg="add mod">
          <ac:chgData name="Asaf Yogev" userId="81b91011-ee9a-4879-b7fb-79631b447aa1" providerId="ADAL" clId="{D37A6071-AC91-4458-BDC2-D913A5B6A834}" dt="2026-02-18T09:39:46.451" v="6880" actId="1076"/>
          <ac:cxnSpMkLst>
            <pc:docMk/>
            <pc:sldMk cId="2906614472" sldId="2147376376"/>
            <ac:cxnSpMk id="57" creationId="{9B5B9192-30F9-6755-E04E-2D55224B9380}"/>
          </ac:cxnSpMkLst>
        </pc:cxnChg>
      </pc:sldChg>
      <pc:sldMasterChg chg="delSldLayout">
        <pc:chgData name="Asaf Yogev" userId="81b91011-ee9a-4879-b7fb-79631b447aa1" providerId="ADAL" clId="{D37A6071-AC91-4458-BDC2-D913A5B6A834}" dt="2026-02-03T09:09:24.881" v="1775" actId="47"/>
        <pc:sldMasterMkLst>
          <pc:docMk/>
          <pc:sldMasterMk cId="0" sldId="2147483665"/>
        </pc:sldMasterMkLst>
      </pc:sldMasterChg>
    </pc:docChg>
  </pc:docChgLst>
  <pc:docChgLst>
    <pc:chgData name="Daniel Raizman" userId="93726884-82c3-46c8-881d-5706b7949429" providerId="ADAL" clId="{9632A266-2C3F-41C1-993B-4B13DF9782E1}"/>
    <pc:docChg chg="modSld">
      <pc:chgData name="Daniel Raizman" userId="93726884-82c3-46c8-881d-5706b7949429" providerId="ADAL" clId="{9632A266-2C3F-41C1-993B-4B13DF9782E1}" dt="2026-02-15T12:14:08.443" v="19" actId="6549"/>
      <pc:docMkLst>
        <pc:docMk/>
      </pc:docMkLst>
      <pc:sldChg chg="modSp mod">
        <pc:chgData name="Daniel Raizman" userId="93726884-82c3-46c8-881d-5706b7949429" providerId="ADAL" clId="{9632A266-2C3F-41C1-993B-4B13DF9782E1}" dt="2026-02-15T12:14:08.443" v="19" actId="6549"/>
        <pc:sldMkLst>
          <pc:docMk/>
          <pc:sldMk cId="0" sldId="260"/>
        </pc:sldMkLst>
        <pc:spChg chg="mod">
          <ac:chgData name="Daniel Raizman" userId="93726884-82c3-46c8-881d-5706b7949429" providerId="ADAL" clId="{9632A266-2C3F-41C1-993B-4B13DF9782E1}" dt="2026-02-15T12:14:08.443" v="19" actId="6549"/>
          <ac:spMkLst>
            <pc:docMk/>
            <pc:sldMk cId="0" sldId="260"/>
            <ac:spMk id="15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351350" y="848200"/>
            <a:ext cx="13403400" cy="4241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
        <p:nvSpPr>
          <p:cNvPr id="4" name="Google Shape;4;n"/>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1: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3: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8A5A26A7-DE4A-70E5-D8F0-660B1C005542}"/>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951CE58B-AAFC-3A8C-C1D7-B24869EDC6D9}"/>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0" name="Google Shape;160;p6:notes">
            <a:extLst>
              <a:ext uri="{FF2B5EF4-FFF2-40B4-BE49-F238E27FC236}">
                <a16:creationId xmlns:a16="http://schemas.microsoft.com/office/drawing/2014/main" id="{0AFBE252-5C04-596C-693E-D252173CCFB1}"/>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2694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1BE0472D-E27C-761C-761C-72FC12B18836}"/>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906EE34B-DED8-36D5-0E10-5B918E04DAA0}"/>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0" name="Google Shape;160;p6:notes">
            <a:extLst>
              <a:ext uri="{FF2B5EF4-FFF2-40B4-BE49-F238E27FC236}">
                <a16:creationId xmlns:a16="http://schemas.microsoft.com/office/drawing/2014/main" id="{7FBD5B08-FEE8-2D45-31E1-0F9E07B40B4B}"/>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4168297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EAC4E0F5-8795-84C6-AE9C-F96CF7BF872C}"/>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E17AB121-431D-1883-019C-AC3B919070E0}"/>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0" name="Google Shape;160;p6:notes">
            <a:extLst>
              <a:ext uri="{FF2B5EF4-FFF2-40B4-BE49-F238E27FC236}">
                <a16:creationId xmlns:a16="http://schemas.microsoft.com/office/drawing/2014/main" id="{7167E13C-7C4F-D319-951A-D30ECFEE93A6}"/>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730423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C5682154-80F9-0964-05BF-C0E33A01EBB0}"/>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5583BD62-63B7-3315-08F4-3613A0B7C207}"/>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0" name="Google Shape;160;p6:notes">
            <a:extLst>
              <a:ext uri="{FF2B5EF4-FFF2-40B4-BE49-F238E27FC236}">
                <a16:creationId xmlns:a16="http://schemas.microsoft.com/office/drawing/2014/main" id="{8D3ADE05-6840-83A7-5F99-6112DC9145A4}"/>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3686922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1C346DE6-F3C1-0914-6400-63724B698632}"/>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87DD2C5A-D965-E68A-DD61-A7D74E9CF467}"/>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0" name="Google Shape;160;p6:notes">
            <a:extLst>
              <a:ext uri="{FF2B5EF4-FFF2-40B4-BE49-F238E27FC236}">
                <a16:creationId xmlns:a16="http://schemas.microsoft.com/office/drawing/2014/main" id="{85356626-8F53-C61C-460E-2AA148306205}"/>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2282803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4" name="Google Shape;154;p5: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1065F96B-9576-050A-759E-7C665A7D0A3D}"/>
            </a:ext>
          </a:extLst>
        </p:cNvPr>
        <p:cNvGrpSpPr/>
        <p:nvPr/>
      </p:nvGrpSpPr>
      <p:grpSpPr>
        <a:xfrm>
          <a:off x="0" y="0"/>
          <a:ext cx="0" cy="0"/>
          <a:chOff x="0" y="0"/>
          <a:chExt cx="0" cy="0"/>
        </a:xfrm>
      </p:grpSpPr>
      <p:sp>
        <p:nvSpPr>
          <p:cNvPr id="153" name="Google Shape;153;p5:notes">
            <a:extLst>
              <a:ext uri="{FF2B5EF4-FFF2-40B4-BE49-F238E27FC236}">
                <a16:creationId xmlns:a16="http://schemas.microsoft.com/office/drawing/2014/main" id="{594CEA30-FF2F-8C5F-A2DA-86DB40DD27BF}"/>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4" name="Google Shape;154;p5:notes">
            <a:extLst>
              <a:ext uri="{FF2B5EF4-FFF2-40B4-BE49-F238E27FC236}">
                <a16:creationId xmlns:a16="http://schemas.microsoft.com/office/drawing/2014/main" id="{DD80816F-9B41-D773-BCE7-2DA06BBB44DE}"/>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39613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C4623801-4C43-44C5-77F1-B0222B140555}"/>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FFE9B2DA-AFE2-558B-43F7-D0253B6FCA14}"/>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7B9D46D0-CF00-09E8-3208-1DE60C8FF93C}"/>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4156574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87A1086A-B653-57FD-FCFF-375F14C02B22}"/>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133B2CA8-8BB7-AD22-45F5-724076A2DBD4}"/>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1722EF6E-DCA6-2F96-F292-85BE7AF82F46}"/>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482814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58EF25FC-8456-5031-B488-EA0F76EAE4E0}"/>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FE0D3281-5853-C2A3-937F-7AE4ABCA982B}"/>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9CECDCE5-CC5E-AD32-B625-F4B5A138C9C1}"/>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623567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3862DF73-087C-ADC3-FF29-409D6705E38E}"/>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358724A3-2FFF-0482-E1C0-F90DE9AD962D}"/>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434B22B9-1D58-487A-0365-4073ECC9B08E}"/>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5057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AC19515B-F2E3-FD8A-29B4-B26C5E2C629A}"/>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6B091DD9-6FDF-5A11-AB1C-70CD93E671CA}"/>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3:notes">
            <a:extLst>
              <a:ext uri="{FF2B5EF4-FFF2-40B4-BE49-F238E27FC236}">
                <a16:creationId xmlns:a16="http://schemas.microsoft.com/office/drawing/2014/main" id="{A08A36F5-86CD-7BBB-3E66-C75B6910F0C1}"/>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1964741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61E6EE2B-A1C7-1B8B-057E-B7A3C021B9EC}"/>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40DC1490-4E44-97EA-548C-39BCA58376DF}"/>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15323B6D-AFEA-42BF-16A0-AB930C95C98D}"/>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1101004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59A70E85-48F8-1913-CE74-35C2B9A27439}"/>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87D45DA4-FA5E-C930-5706-77994E24F06D}"/>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A41D5BCA-A664-A536-5FFD-540D9E83B5A7}"/>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1905377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65E105EE-1C8D-1B87-E7E3-8CFF516064F5}"/>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0FDCF7A2-529B-CB6D-0F1B-C7B38CFEB314}"/>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607FA940-32F7-9D77-4DEC-4C630C8CB55C}"/>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9038910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7DD1E3F1-BB3F-031B-774F-85CB9AE2BFED}"/>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5AC1A377-D4B6-10B7-CC85-B87E005D4B5B}"/>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C28A0833-157D-C323-5604-66AAEE5BD803}"/>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883000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18547675-56BF-49AB-4D8C-618392C1F3BF}"/>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296FDFD7-22CB-906E-95D2-C3110E9BC8C7}"/>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35C1F654-2405-CBD2-D122-21501B04509D}"/>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1020088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7171AF2-5329-46B1-ED45-9FCC4CCCD173}"/>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5C6688FD-3481-C7A9-4667-B59B2772CE1C}"/>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3:notes">
            <a:extLst>
              <a:ext uri="{FF2B5EF4-FFF2-40B4-BE49-F238E27FC236}">
                <a16:creationId xmlns:a16="http://schemas.microsoft.com/office/drawing/2014/main" id="{72BA4396-35CF-9D30-E2B9-8166C4C7EC4D}"/>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309290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283325" y="847725"/>
            <a:ext cx="7539038" cy="4241800"/>
          </a:xfrm>
        </p:spPr>
        <p:txBody>
          <a:bodyPr/>
          <a:lstStyle/>
          <a:p>
            <a:endParaRPr lang="he-IL"/>
          </a:p>
        </p:txBody>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fld id="{DD28FD0C-A5F6-4AA4-929F-47CC6B0AC7FA}" type="slidenum">
              <a:rPr lang="he-IL" smtClean="0"/>
              <a:t>26</a:t>
            </a:fld>
            <a:endParaRPr lang="he-IL"/>
          </a:p>
        </p:txBody>
      </p:sp>
    </p:spTree>
    <p:extLst>
      <p:ext uri="{BB962C8B-B14F-4D97-AF65-F5344CB8AC3E}">
        <p14:creationId xmlns:p14="http://schemas.microsoft.com/office/powerpoint/2010/main" val="2971933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283325" y="847725"/>
            <a:ext cx="7539038" cy="4241800"/>
          </a:xfrm>
        </p:spPr>
        <p:txBody>
          <a:bodyPr/>
          <a:lstStyle/>
          <a:p>
            <a:endParaRPr lang="he-IL"/>
          </a:p>
        </p:txBody>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fld id="{DD28FD0C-A5F6-4AA4-929F-47CC6B0AC7FA}" type="slidenum">
              <a:rPr lang="he-IL" smtClean="0"/>
              <a:t>29</a:t>
            </a:fld>
            <a:endParaRPr lang="he-IL"/>
          </a:p>
        </p:txBody>
      </p:sp>
    </p:spTree>
    <p:extLst>
      <p:ext uri="{BB962C8B-B14F-4D97-AF65-F5344CB8AC3E}">
        <p14:creationId xmlns:p14="http://schemas.microsoft.com/office/powerpoint/2010/main" val="6124086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D0A706EF-3C70-C178-BBB5-31EE1AD27B05}"/>
            </a:ext>
          </a:extLst>
        </p:cNvPr>
        <p:cNvGrpSpPr/>
        <p:nvPr/>
      </p:nvGrpSpPr>
      <p:grpSpPr>
        <a:xfrm>
          <a:off x="0" y="0"/>
          <a:ext cx="0" cy="0"/>
          <a:chOff x="0" y="0"/>
          <a:chExt cx="0" cy="0"/>
        </a:xfrm>
      </p:grpSpPr>
      <p:sp>
        <p:nvSpPr>
          <p:cNvPr id="135" name="Google Shape;135;p3:notes">
            <a:extLst>
              <a:ext uri="{FF2B5EF4-FFF2-40B4-BE49-F238E27FC236}">
                <a16:creationId xmlns:a16="http://schemas.microsoft.com/office/drawing/2014/main" id="{E7247478-3901-3B40-0E4F-4A523103A514}"/>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3:notes">
            <a:extLst>
              <a:ext uri="{FF2B5EF4-FFF2-40B4-BE49-F238E27FC236}">
                <a16:creationId xmlns:a16="http://schemas.microsoft.com/office/drawing/2014/main" id="{3E5846A9-0FAA-0862-2680-762AFBCA46E7}"/>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585534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C226B-2294-DF7D-3721-F66267B17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2C7E2-94B1-7E13-3199-B7AA1D9299C3}"/>
              </a:ext>
            </a:extLst>
          </p:cNvPr>
          <p:cNvSpPr>
            <a:spLocks noGrp="1" noRot="1" noChangeAspect="1"/>
          </p:cNvSpPr>
          <p:nvPr>
            <p:ph type="sldImg"/>
          </p:nvPr>
        </p:nvSpPr>
        <p:spPr>
          <a:xfrm>
            <a:off x="6283325" y="847725"/>
            <a:ext cx="7539038" cy="4241800"/>
          </a:xfrm>
        </p:spPr>
        <p:txBody>
          <a:bodyPr/>
          <a:lstStyle/>
          <a:p>
            <a:endParaRPr lang="he-IL"/>
          </a:p>
        </p:txBody>
      </p:sp>
      <p:sp>
        <p:nvSpPr>
          <p:cNvPr id="3" name="Notes Placeholder 2">
            <a:extLst>
              <a:ext uri="{FF2B5EF4-FFF2-40B4-BE49-F238E27FC236}">
                <a16:creationId xmlns:a16="http://schemas.microsoft.com/office/drawing/2014/main" id="{A51EF727-448C-1309-19A8-DF8B59384D0C}"/>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63909CC6-5E17-BDB4-EF57-33FC36C863BD}"/>
              </a:ext>
            </a:extLst>
          </p:cNvPr>
          <p:cNvSpPr>
            <a:spLocks noGrp="1"/>
          </p:cNvSpPr>
          <p:nvPr>
            <p:ph type="sldNum" sz="quarter" idx="5"/>
          </p:nvPr>
        </p:nvSpPr>
        <p:spPr/>
        <p:txBody>
          <a:bodyPr/>
          <a:lstStyle/>
          <a:p>
            <a:fld id="{DD28FD0C-A5F6-4AA4-929F-47CC6B0AC7FA}" type="slidenum">
              <a:rPr lang="he-IL" smtClean="0"/>
              <a:t>31</a:t>
            </a:fld>
            <a:endParaRPr lang="he-IL"/>
          </a:p>
        </p:txBody>
      </p:sp>
    </p:spTree>
    <p:extLst>
      <p:ext uri="{BB962C8B-B14F-4D97-AF65-F5344CB8AC3E}">
        <p14:creationId xmlns:p14="http://schemas.microsoft.com/office/powerpoint/2010/main" val="2922865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29AB7-CA58-5B3C-C46E-0BB68331C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5B415-DF7E-4292-A872-0644639AFBDA}"/>
              </a:ext>
            </a:extLst>
          </p:cNvPr>
          <p:cNvSpPr>
            <a:spLocks noGrp="1" noRot="1" noChangeAspect="1"/>
          </p:cNvSpPr>
          <p:nvPr>
            <p:ph type="sldImg"/>
          </p:nvPr>
        </p:nvSpPr>
        <p:spPr>
          <a:xfrm>
            <a:off x="6283325" y="847725"/>
            <a:ext cx="7539038" cy="4241800"/>
          </a:xfrm>
        </p:spPr>
        <p:txBody>
          <a:bodyPr/>
          <a:lstStyle/>
          <a:p>
            <a:endParaRPr lang="he-IL"/>
          </a:p>
        </p:txBody>
      </p:sp>
      <p:sp>
        <p:nvSpPr>
          <p:cNvPr id="3" name="Notes Placeholder 2">
            <a:extLst>
              <a:ext uri="{FF2B5EF4-FFF2-40B4-BE49-F238E27FC236}">
                <a16:creationId xmlns:a16="http://schemas.microsoft.com/office/drawing/2014/main" id="{59B4DEF6-ADB2-E87E-8404-BA1FC4D81E37}"/>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401EC1BB-4BA5-A23D-3546-734B7BE66E7B}"/>
              </a:ext>
            </a:extLst>
          </p:cNvPr>
          <p:cNvSpPr>
            <a:spLocks noGrp="1"/>
          </p:cNvSpPr>
          <p:nvPr>
            <p:ph type="sldNum" sz="quarter" idx="5"/>
          </p:nvPr>
        </p:nvSpPr>
        <p:spPr/>
        <p:txBody>
          <a:bodyPr/>
          <a:lstStyle/>
          <a:p>
            <a:fld id="{DD28FD0C-A5F6-4AA4-929F-47CC6B0AC7FA}" type="slidenum">
              <a:rPr lang="he-IL" smtClean="0"/>
              <a:t>32</a:t>
            </a:fld>
            <a:endParaRPr lang="he-IL"/>
          </a:p>
        </p:txBody>
      </p:sp>
    </p:spTree>
    <p:extLst>
      <p:ext uri="{BB962C8B-B14F-4D97-AF65-F5344CB8AC3E}">
        <p14:creationId xmlns:p14="http://schemas.microsoft.com/office/powerpoint/2010/main" val="22862105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28131-A4A7-1167-3A92-43D8505C3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E9613-C413-95F4-5167-4CDD632FD351}"/>
              </a:ext>
            </a:extLst>
          </p:cNvPr>
          <p:cNvSpPr>
            <a:spLocks noGrp="1" noRot="1" noChangeAspect="1"/>
          </p:cNvSpPr>
          <p:nvPr>
            <p:ph type="sldImg"/>
          </p:nvPr>
        </p:nvSpPr>
        <p:spPr>
          <a:xfrm>
            <a:off x="6283325" y="847725"/>
            <a:ext cx="7539038" cy="4241800"/>
          </a:xfrm>
        </p:spPr>
        <p:txBody>
          <a:bodyPr/>
          <a:lstStyle/>
          <a:p>
            <a:endParaRPr lang="he-IL"/>
          </a:p>
        </p:txBody>
      </p:sp>
      <p:sp>
        <p:nvSpPr>
          <p:cNvPr id="3" name="Notes Placeholder 2">
            <a:extLst>
              <a:ext uri="{FF2B5EF4-FFF2-40B4-BE49-F238E27FC236}">
                <a16:creationId xmlns:a16="http://schemas.microsoft.com/office/drawing/2014/main" id="{171399CE-FE23-D9A2-4E1D-8F9482A35431}"/>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DBB2C10D-7733-23F4-4B93-5C82FD23E4B5}"/>
              </a:ext>
            </a:extLst>
          </p:cNvPr>
          <p:cNvSpPr>
            <a:spLocks noGrp="1"/>
          </p:cNvSpPr>
          <p:nvPr>
            <p:ph type="sldNum" sz="quarter" idx="5"/>
          </p:nvPr>
        </p:nvSpPr>
        <p:spPr/>
        <p:txBody>
          <a:bodyPr/>
          <a:lstStyle/>
          <a:p>
            <a:fld id="{DD28FD0C-A5F6-4AA4-929F-47CC6B0AC7FA}" type="slidenum">
              <a:rPr lang="he-IL" smtClean="0"/>
              <a:t>33</a:t>
            </a:fld>
            <a:endParaRPr lang="he-IL"/>
          </a:p>
        </p:txBody>
      </p:sp>
    </p:spTree>
    <p:extLst>
      <p:ext uri="{BB962C8B-B14F-4D97-AF65-F5344CB8AC3E}">
        <p14:creationId xmlns:p14="http://schemas.microsoft.com/office/powerpoint/2010/main" val="14095100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161D-6C0C-B89C-78DB-AE0AD53C6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158DC-9F14-1159-00FB-3DEEDAF0C307}"/>
              </a:ext>
            </a:extLst>
          </p:cNvPr>
          <p:cNvSpPr>
            <a:spLocks noGrp="1" noRot="1" noChangeAspect="1"/>
          </p:cNvSpPr>
          <p:nvPr>
            <p:ph type="sldImg"/>
          </p:nvPr>
        </p:nvSpPr>
        <p:spPr>
          <a:xfrm>
            <a:off x="6283325" y="847725"/>
            <a:ext cx="7539038" cy="4241800"/>
          </a:xfrm>
        </p:spPr>
        <p:txBody>
          <a:bodyPr/>
          <a:lstStyle/>
          <a:p>
            <a:endParaRPr lang="he-IL"/>
          </a:p>
        </p:txBody>
      </p:sp>
      <p:sp>
        <p:nvSpPr>
          <p:cNvPr id="3" name="Notes Placeholder 2">
            <a:extLst>
              <a:ext uri="{FF2B5EF4-FFF2-40B4-BE49-F238E27FC236}">
                <a16:creationId xmlns:a16="http://schemas.microsoft.com/office/drawing/2014/main" id="{FCB93C41-FEA2-D459-FBA5-9A79E4114859}"/>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5DB82715-2C44-7177-D88D-6CB05212BB5E}"/>
              </a:ext>
            </a:extLst>
          </p:cNvPr>
          <p:cNvSpPr>
            <a:spLocks noGrp="1"/>
          </p:cNvSpPr>
          <p:nvPr>
            <p:ph type="sldNum" sz="quarter" idx="5"/>
          </p:nvPr>
        </p:nvSpPr>
        <p:spPr/>
        <p:txBody>
          <a:bodyPr/>
          <a:lstStyle/>
          <a:p>
            <a:fld id="{DD28FD0C-A5F6-4AA4-929F-47CC6B0AC7FA}" type="slidenum">
              <a:rPr lang="he-IL" smtClean="0"/>
              <a:t>34</a:t>
            </a:fld>
            <a:endParaRPr lang="he-IL"/>
          </a:p>
        </p:txBody>
      </p:sp>
    </p:spTree>
    <p:extLst>
      <p:ext uri="{BB962C8B-B14F-4D97-AF65-F5344CB8AC3E}">
        <p14:creationId xmlns:p14="http://schemas.microsoft.com/office/powerpoint/2010/main" val="36377507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40703-CBEA-F47D-7F51-8338FFFE5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703E1-FD63-F329-C1E4-B29DDAB04708}"/>
              </a:ext>
            </a:extLst>
          </p:cNvPr>
          <p:cNvSpPr>
            <a:spLocks noGrp="1" noRot="1" noChangeAspect="1"/>
          </p:cNvSpPr>
          <p:nvPr>
            <p:ph type="sldImg"/>
          </p:nvPr>
        </p:nvSpPr>
        <p:spPr>
          <a:xfrm>
            <a:off x="6283325" y="847725"/>
            <a:ext cx="7539038" cy="4241800"/>
          </a:xfrm>
        </p:spPr>
        <p:txBody>
          <a:bodyPr/>
          <a:lstStyle/>
          <a:p>
            <a:endParaRPr lang="he-IL"/>
          </a:p>
        </p:txBody>
      </p:sp>
      <p:sp>
        <p:nvSpPr>
          <p:cNvPr id="3" name="Notes Placeholder 2">
            <a:extLst>
              <a:ext uri="{FF2B5EF4-FFF2-40B4-BE49-F238E27FC236}">
                <a16:creationId xmlns:a16="http://schemas.microsoft.com/office/drawing/2014/main" id="{DE6D0FE6-7CEC-77F4-7855-8EFF66879CCB}"/>
              </a:ext>
            </a:extLst>
          </p:cNvPr>
          <p:cNvSpPr>
            <a:spLocks noGrp="1"/>
          </p:cNvSpPr>
          <p:nvPr>
            <p:ph type="body" idx="1"/>
          </p:nvPr>
        </p:nvSpPr>
        <p:spPr/>
        <p:txBody>
          <a:bodyPr/>
          <a:lstStyle/>
          <a:p>
            <a:endParaRPr lang="he-IL"/>
          </a:p>
        </p:txBody>
      </p:sp>
      <p:sp>
        <p:nvSpPr>
          <p:cNvPr id="4" name="Slide Number Placeholder 3">
            <a:extLst>
              <a:ext uri="{FF2B5EF4-FFF2-40B4-BE49-F238E27FC236}">
                <a16:creationId xmlns:a16="http://schemas.microsoft.com/office/drawing/2014/main" id="{745C365A-AC02-F1B1-F084-2273546AB1B4}"/>
              </a:ext>
            </a:extLst>
          </p:cNvPr>
          <p:cNvSpPr>
            <a:spLocks noGrp="1"/>
          </p:cNvSpPr>
          <p:nvPr>
            <p:ph type="sldNum" sz="quarter" idx="5"/>
          </p:nvPr>
        </p:nvSpPr>
        <p:spPr/>
        <p:txBody>
          <a:bodyPr/>
          <a:lstStyle/>
          <a:p>
            <a:fld id="{DD28FD0C-A5F6-4AA4-929F-47CC6B0AC7FA}" type="slidenum">
              <a:rPr lang="he-IL" smtClean="0"/>
              <a:t>35</a:t>
            </a:fld>
            <a:endParaRPr lang="he-IL"/>
          </a:p>
        </p:txBody>
      </p:sp>
    </p:spTree>
    <p:extLst>
      <p:ext uri="{BB962C8B-B14F-4D97-AF65-F5344CB8AC3E}">
        <p14:creationId xmlns:p14="http://schemas.microsoft.com/office/powerpoint/2010/main" val="1723847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463A0E7B-212F-4181-1E38-BC615FD24080}"/>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BF1514EA-205B-0048-8F50-24504D138B00}"/>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he-IL"/>
              <a:t>להפוך שקופית ראשונה לגנרית</a:t>
            </a:r>
          </a:p>
          <a:p>
            <a:pPr marL="0" lvl="0" indent="0" algn="l" rtl="0">
              <a:lnSpc>
                <a:spcPct val="100000"/>
              </a:lnSpc>
              <a:spcBef>
                <a:spcPts val="0"/>
              </a:spcBef>
              <a:spcAft>
                <a:spcPts val="0"/>
              </a:spcAft>
              <a:buSzPts val="1100"/>
              <a:buNone/>
            </a:pPr>
            <a:endParaRPr lang="he-IL"/>
          </a:p>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572618CE-C2D6-CDA7-FB77-DDBBFB526214}"/>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39547942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48E35F0D-F407-638B-AA72-FB51B2D2EDBA}"/>
            </a:ext>
          </a:extLst>
        </p:cNvPr>
        <p:cNvGrpSpPr/>
        <p:nvPr/>
      </p:nvGrpSpPr>
      <p:grpSpPr>
        <a:xfrm>
          <a:off x="0" y="0"/>
          <a:ext cx="0" cy="0"/>
          <a:chOff x="0" y="0"/>
          <a:chExt cx="0" cy="0"/>
        </a:xfrm>
      </p:grpSpPr>
      <p:sp>
        <p:nvSpPr>
          <p:cNvPr id="159" name="Google Shape;159;p6:notes">
            <a:extLst>
              <a:ext uri="{FF2B5EF4-FFF2-40B4-BE49-F238E27FC236}">
                <a16:creationId xmlns:a16="http://schemas.microsoft.com/office/drawing/2014/main" id="{37892184-C8E0-D8F4-6AE6-32D4A02884CE}"/>
              </a:ext>
            </a:extLst>
          </p:cNvPr>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he-IL"/>
              <a:t>להפוך שקופית ראשונה לגנרית</a:t>
            </a:r>
          </a:p>
          <a:p>
            <a:pPr marL="0" lvl="0" indent="0" algn="l" rtl="0">
              <a:lnSpc>
                <a:spcPct val="100000"/>
              </a:lnSpc>
              <a:spcBef>
                <a:spcPts val="0"/>
              </a:spcBef>
              <a:spcAft>
                <a:spcPts val="0"/>
              </a:spcAft>
              <a:buSzPts val="1100"/>
              <a:buNone/>
            </a:pPr>
            <a:endParaRPr lang="he-IL"/>
          </a:p>
          <a:p>
            <a:pPr marL="0" lvl="0" indent="0" algn="l" rtl="0">
              <a:lnSpc>
                <a:spcPct val="100000"/>
              </a:lnSpc>
              <a:spcBef>
                <a:spcPts val="0"/>
              </a:spcBef>
              <a:spcAft>
                <a:spcPts val="0"/>
              </a:spcAft>
              <a:buSzPts val="1100"/>
              <a:buNone/>
            </a:pPr>
            <a:endParaRPr/>
          </a:p>
        </p:txBody>
      </p:sp>
      <p:sp>
        <p:nvSpPr>
          <p:cNvPr id="160" name="Google Shape;160;p6:notes">
            <a:extLst>
              <a:ext uri="{FF2B5EF4-FFF2-40B4-BE49-F238E27FC236}">
                <a16:creationId xmlns:a16="http://schemas.microsoft.com/office/drawing/2014/main" id="{61812AC3-C1B2-C5A5-CF9E-8666B751F9C5}"/>
              </a:ext>
            </a:extLst>
          </p:cNvPr>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extLst>
      <p:ext uri="{BB962C8B-B14F-4D97-AF65-F5344CB8AC3E}">
        <p14:creationId xmlns:p14="http://schemas.microsoft.com/office/powerpoint/2010/main" val="21209105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4:notes"/>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0" name="Google Shape;190;p4: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he-I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chemeClr val="dk2"/>
        </a:solidFill>
        <a:effectLst/>
      </p:bgPr>
    </p:bg>
    <p:spTree>
      <p:nvGrpSpPr>
        <p:cNvPr id="1" name="Shape 18"/>
        <p:cNvGrpSpPr/>
        <p:nvPr/>
      </p:nvGrpSpPr>
      <p:grpSpPr>
        <a:xfrm>
          <a:off x="0" y="0"/>
          <a:ext cx="0" cy="0"/>
          <a:chOff x="0" y="0"/>
          <a:chExt cx="0" cy="0"/>
        </a:xfrm>
      </p:grpSpPr>
      <p:sp>
        <p:nvSpPr>
          <p:cNvPr id="19" name="Google Shape;19;p2"/>
          <p:cNvSpPr txBox="1">
            <a:spLocks noGrp="1"/>
          </p:cNvSpPr>
          <p:nvPr>
            <p:ph type="title"/>
          </p:nvPr>
        </p:nvSpPr>
        <p:spPr>
          <a:xfrm>
            <a:off x="1371600" y="6986587"/>
            <a:ext cx="17340263" cy="1563688"/>
          </a:xfrm>
          <a:prstGeom prst="rect">
            <a:avLst/>
          </a:prstGeom>
          <a:noFill/>
          <a:ln>
            <a:noFill/>
          </a:ln>
        </p:spPr>
        <p:txBody>
          <a:bodyPr spcFirstLastPara="1" wrap="square" lIns="91425" tIns="45700" rIns="91425" bIns="45700" anchor="b" anchorCtr="0">
            <a:noAutofit/>
          </a:bodyPr>
          <a:lstStyle>
            <a:lvl1pPr lvl="0" algn="ctr">
              <a:lnSpc>
                <a:spcPct val="110000"/>
              </a:lnSpc>
              <a:spcBef>
                <a:spcPts val="0"/>
              </a:spcBef>
              <a:spcAft>
                <a:spcPts val="0"/>
              </a:spcAft>
              <a:buClr>
                <a:schemeClr val="lt1"/>
              </a:buClr>
              <a:buSzPts val="6400"/>
              <a:buFont typeface="Barlow Condensed ExtraBold"/>
              <a:buNone/>
              <a:defRPr sz="6400" cap="none">
                <a:solidFill>
                  <a:schemeClr val="lt1"/>
                </a:solidFill>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9pPr>
          </a:lstStyle>
          <a:p>
            <a:endParaRPr/>
          </a:p>
        </p:txBody>
      </p:sp>
      <p:sp>
        <p:nvSpPr>
          <p:cNvPr id="20" name="Google Shape;20;p2"/>
          <p:cNvSpPr/>
          <p:nvPr/>
        </p:nvSpPr>
        <p:spPr>
          <a:xfrm>
            <a:off x="9793136" y="0"/>
            <a:ext cx="504825" cy="986155"/>
          </a:xfrm>
          <a:custGeom>
            <a:avLst/>
            <a:gdLst/>
            <a:ahLst/>
            <a:cxnLst/>
            <a:rect l="l" t="t" r="r" b="b"/>
            <a:pathLst>
              <a:path w="504825" h="986155" extrusionOk="0">
                <a:moveTo>
                  <a:pt x="0" y="986043"/>
                </a:moveTo>
                <a:lnTo>
                  <a:pt x="504539" y="986043"/>
                </a:lnTo>
                <a:lnTo>
                  <a:pt x="504539" y="0"/>
                </a:lnTo>
                <a:lnTo>
                  <a:pt x="0" y="0"/>
                </a:lnTo>
                <a:lnTo>
                  <a:pt x="0" y="986043"/>
                </a:lnTo>
                <a:close/>
              </a:path>
            </a:pathLst>
          </a:custGeom>
          <a:solidFill>
            <a:srgbClr val="A0FF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 name="Google Shape;21;p2"/>
          <p:cNvSpPr/>
          <p:nvPr/>
        </p:nvSpPr>
        <p:spPr>
          <a:xfrm>
            <a:off x="9793136" y="10322513"/>
            <a:ext cx="504825" cy="986155"/>
          </a:xfrm>
          <a:custGeom>
            <a:avLst/>
            <a:gdLst/>
            <a:ahLst/>
            <a:cxnLst/>
            <a:rect l="l" t="t" r="r" b="b"/>
            <a:pathLst>
              <a:path w="504825" h="986154" extrusionOk="0">
                <a:moveTo>
                  <a:pt x="0" y="986043"/>
                </a:moveTo>
                <a:lnTo>
                  <a:pt x="504539" y="986043"/>
                </a:lnTo>
                <a:lnTo>
                  <a:pt x="504539" y="0"/>
                </a:lnTo>
                <a:lnTo>
                  <a:pt x="0" y="0"/>
                </a:lnTo>
                <a:lnTo>
                  <a:pt x="0" y="986043"/>
                </a:lnTo>
                <a:close/>
              </a:path>
            </a:pathLst>
          </a:custGeom>
          <a:solidFill>
            <a:srgbClr val="A0FF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 name="Google Shape;22;p2"/>
          <p:cNvSpPr/>
          <p:nvPr/>
        </p:nvSpPr>
        <p:spPr>
          <a:xfrm>
            <a:off x="0" y="5341460"/>
            <a:ext cx="1006475" cy="504825"/>
          </a:xfrm>
          <a:custGeom>
            <a:avLst/>
            <a:gdLst/>
            <a:ahLst/>
            <a:cxnLst/>
            <a:rect l="l" t="t" r="r" b="b"/>
            <a:pathLst>
              <a:path w="1006475" h="504825" extrusionOk="0">
                <a:moveTo>
                  <a:pt x="0" y="504539"/>
                </a:moveTo>
                <a:lnTo>
                  <a:pt x="1005948" y="504539"/>
                </a:lnTo>
                <a:lnTo>
                  <a:pt x="1005948" y="0"/>
                </a:lnTo>
                <a:lnTo>
                  <a:pt x="0" y="0"/>
                </a:lnTo>
                <a:lnTo>
                  <a:pt x="0" y="504539"/>
                </a:lnTo>
                <a:close/>
              </a:path>
            </a:pathLst>
          </a:custGeom>
          <a:solidFill>
            <a:srgbClr val="A0FF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 name="Google Shape;23;p2"/>
          <p:cNvSpPr/>
          <p:nvPr/>
        </p:nvSpPr>
        <p:spPr>
          <a:xfrm>
            <a:off x="19098152" y="5341460"/>
            <a:ext cx="1006475" cy="504825"/>
          </a:xfrm>
          <a:custGeom>
            <a:avLst/>
            <a:gdLst/>
            <a:ahLst/>
            <a:cxnLst/>
            <a:rect l="l" t="t" r="r" b="b"/>
            <a:pathLst>
              <a:path w="1006475" h="504825" extrusionOk="0">
                <a:moveTo>
                  <a:pt x="0" y="504539"/>
                </a:moveTo>
                <a:lnTo>
                  <a:pt x="1005937" y="504539"/>
                </a:lnTo>
                <a:lnTo>
                  <a:pt x="1005937" y="0"/>
                </a:lnTo>
                <a:lnTo>
                  <a:pt x="0" y="0"/>
                </a:lnTo>
                <a:lnTo>
                  <a:pt x="0" y="504539"/>
                </a:lnTo>
                <a:close/>
              </a:path>
            </a:pathLst>
          </a:custGeom>
          <a:solidFill>
            <a:srgbClr val="A0FF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Section Header 1">
  <p:cSld name="1_Section Header_1">
    <p:bg>
      <p:bgPr>
        <a:solidFill>
          <a:schemeClr val="lt1"/>
        </a:solidFill>
        <a:effectLst/>
      </p:bgPr>
    </p:bg>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130925" y="4852987"/>
            <a:ext cx="7842300" cy="1563600"/>
          </a:xfrm>
          <a:prstGeom prst="rect">
            <a:avLst/>
          </a:prstGeom>
          <a:noFill/>
          <a:ln>
            <a:noFill/>
          </a:ln>
        </p:spPr>
        <p:txBody>
          <a:bodyPr spcFirstLastPara="1" wrap="square" lIns="91425" tIns="45700" rIns="91425" bIns="45700" anchor="ctr" anchorCtr="0">
            <a:noAutofit/>
          </a:bodyPr>
          <a:lstStyle>
            <a:lvl1pPr lvl="0" algn="ctr">
              <a:lnSpc>
                <a:spcPct val="110000"/>
              </a:lnSpc>
              <a:spcBef>
                <a:spcPts val="0"/>
              </a:spcBef>
              <a:spcAft>
                <a:spcPts val="0"/>
              </a:spcAft>
              <a:buClr>
                <a:schemeClr val="dk1"/>
              </a:buClr>
              <a:buSzPts val="7800"/>
              <a:buFont typeface="Barlow Condensed ExtraBold"/>
              <a:buNone/>
              <a:defRPr sz="7800" cap="none">
                <a:solidFill>
                  <a:schemeClr val="dk1"/>
                </a:solidFill>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2020887" y="1692275"/>
            <a:ext cx="11231563" cy="3276597"/>
          </a:xfrm>
          <a:prstGeom prst="rect">
            <a:avLst/>
          </a:prstGeom>
          <a:noFill/>
          <a:ln>
            <a:noFill/>
          </a:ln>
        </p:spPr>
        <p:txBody>
          <a:bodyPr spcFirstLastPara="1" wrap="square" lIns="91425" tIns="45700" rIns="91425" bIns="45700" anchor="t" anchorCtr="0">
            <a:noAutofit/>
          </a:bodyPr>
          <a:lstStyle>
            <a:lvl1pPr lvl="0" algn="l">
              <a:lnSpc>
                <a:spcPct val="110000"/>
              </a:lnSpc>
              <a:spcBef>
                <a:spcPts val="0"/>
              </a:spcBef>
              <a:spcAft>
                <a:spcPts val="0"/>
              </a:spcAft>
              <a:buClr>
                <a:schemeClr val="dk2"/>
              </a:buClr>
              <a:buSzPts val="7800"/>
              <a:buFont typeface="Barlow Condensed ExtraBold"/>
              <a:buNone/>
              <a:defRPr sz="7800">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2203450" y="6645275"/>
            <a:ext cx="11049000" cy="3671888"/>
          </a:xfrm>
          <a:prstGeom prst="rect">
            <a:avLst/>
          </a:prstGeom>
          <a:noFill/>
          <a:ln>
            <a:noFill/>
          </a:ln>
        </p:spPr>
        <p:txBody>
          <a:bodyPr spcFirstLastPara="1" wrap="square" lIns="91425" tIns="45700" rIns="91425" bIns="45700" anchor="t" anchorCtr="0">
            <a:normAutofit/>
          </a:bodyPr>
          <a:lstStyle>
            <a:lvl1pPr marL="457200" lvl="0" indent="-368300" algn="l">
              <a:lnSpc>
                <a:spcPct val="120000"/>
              </a:lnSpc>
              <a:spcBef>
                <a:spcPts val="1000"/>
              </a:spcBef>
              <a:spcAft>
                <a:spcPts val="0"/>
              </a:spcAft>
              <a:buClr>
                <a:schemeClr val="dk2"/>
              </a:buClr>
              <a:buSzPts val="2200"/>
              <a:buChar char="•"/>
              <a:defRPr/>
            </a:lvl1pPr>
            <a:lvl2pPr marL="914400" lvl="1" indent="-342900" algn="l">
              <a:lnSpc>
                <a:spcPct val="120000"/>
              </a:lnSpc>
              <a:spcBef>
                <a:spcPts val="1000"/>
              </a:spcBef>
              <a:spcAft>
                <a:spcPts val="0"/>
              </a:spcAft>
              <a:buClr>
                <a:schemeClr val="dk2"/>
              </a:buClr>
              <a:buSzPts val="1800"/>
              <a:buChar char="•"/>
              <a:defRPr/>
            </a:lvl2pPr>
            <a:lvl3pPr marL="1371600" lvl="2" indent="-330200" algn="l">
              <a:lnSpc>
                <a:spcPct val="120000"/>
              </a:lnSpc>
              <a:spcBef>
                <a:spcPts val="1000"/>
              </a:spcBef>
              <a:spcAft>
                <a:spcPts val="0"/>
              </a:spcAft>
              <a:buClr>
                <a:schemeClr val="dk2"/>
              </a:buClr>
              <a:buSzPts val="1600"/>
              <a:buChar char="•"/>
              <a:defRPr/>
            </a:lvl3pPr>
            <a:lvl4pPr marL="1828800" lvl="3" indent="-317500" algn="l">
              <a:lnSpc>
                <a:spcPct val="120000"/>
              </a:lnSpc>
              <a:spcBef>
                <a:spcPts val="1000"/>
              </a:spcBef>
              <a:spcAft>
                <a:spcPts val="0"/>
              </a:spcAft>
              <a:buClr>
                <a:schemeClr val="dk2"/>
              </a:buClr>
              <a:buSzPts val="1400"/>
              <a:buChar char="•"/>
              <a:defRPr/>
            </a:lvl4pPr>
            <a:lvl5pPr marL="2286000" lvl="4" indent="-317500" algn="l">
              <a:lnSpc>
                <a:spcPct val="120000"/>
              </a:lnSpc>
              <a:spcBef>
                <a:spcPts val="1000"/>
              </a:spcBef>
              <a:spcAft>
                <a:spcPts val="0"/>
              </a:spcAft>
              <a:buClr>
                <a:schemeClr val="dk2"/>
              </a:buClr>
              <a:buSzPts val="14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5"/>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2020887" y="1692275"/>
            <a:ext cx="11231563" cy="3276597"/>
          </a:xfrm>
          <a:prstGeom prst="rect">
            <a:avLst/>
          </a:prstGeom>
          <a:noFill/>
          <a:ln>
            <a:noFill/>
          </a:ln>
        </p:spPr>
        <p:txBody>
          <a:bodyPr spcFirstLastPara="1" wrap="square" lIns="91425" tIns="45700" rIns="91425" bIns="45700" anchor="t" anchorCtr="0">
            <a:noAutofit/>
          </a:bodyPr>
          <a:lstStyle>
            <a:lvl1pPr lvl="0" algn="l">
              <a:lnSpc>
                <a:spcPct val="110000"/>
              </a:lnSpc>
              <a:spcBef>
                <a:spcPts val="0"/>
              </a:spcBef>
              <a:spcAft>
                <a:spcPts val="0"/>
              </a:spcAft>
              <a:buClr>
                <a:schemeClr val="dk2"/>
              </a:buClr>
              <a:buSzPts val="7800"/>
              <a:buFont typeface="Barlow Condensed ExtraBold"/>
              <a:buNone/>
              <a:defRPr sz="7800">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9pPr>
          </a:lstStyle>
          <a:p>
            <a:endParaRPr/>
          </a:p>
        </p:txBody>
      </p:sp>
      <p:sp>
        <p:nvSpPr>
          <p:cNvPr id="40" name="Google Shape;40;p6"/>
          <p:cNvSpPr txBox="1">
            <a:spLocks noGrp="1"/>
          </p:cNvSpPr>
          <p:nvPr>
            <p:ph type="body" idx="1"/>
          </p:nvPr>
        </p:nvSpPr>
        <p:spPr>
          <a:xfrm>
            <a:off x="2203450" y="6645275"/>
            <a:ext cx="11049000" cy="3671888"/>
          </a:xfrm>
          <a:prstGeom prst="rect">
            <a:avLst/>
          </a:prstGeom>
          <a:noFill/>
          <a:ln>
            <a:noFill/>
          </a:ln>
        </p:spPr>
        <p:txBody>
          <a:bodyPr spcFirstLastPara="1" wrap="square" lIns="91425" tIns="45700" rIns="91425" bIns="45700" anchor="t" anchorCtr="0">
            <a:normAutofit/>
          </a:bodyPr>
          <a:lstStyle>
            <a:lvl1pPr marL="457200" lvl="0" indent="-368300" algn="l">
              <a:lnSpc>
                <a:spcPct val="120000"/>
              </a:lnSpc>
              <a:spcBef>
                <a:spcPts val="1000"/>
              </a:spcBef>
              <a:spcAft>
                <a:spcPts val="0"/>
              </a:spcAft>
              <a:buClr>
                <a:schemeClr val="dk2"/>
              </a:buClr>
              <a:buSzPts val="2200"/>
              <a:buChar char="•"/>
              <a:defRPr/>
            </a:lvl1pPr>
            <a:lvl2pPr marL="914400" lvl="1" indent="-342900" algn="l">
              <a:lnSpc>
                <a:spcPct val="120000"/>
              </a:lnSpc>
              <a:spcBef>
                <a:spcPts val="1000"/>
              </a:spcBef>
              <a:spcAft>
                <a:spcPts val="0"/>
              </a:spcAft>
              <a:buClr>
                <a:schemeClr val="dk2"/>
              </a:buClr>
              <a:buSzPts val="1800"/>
              <a:buChar char="•"/>
              <a:defRPr/>
            </a:lvl2pPr>
            <a:lvl3pPr marL="1371600" lvl="2" indent="-330200" algn="l">
              <a:lnSpc>
                <a:spcPct val="120000"/>
              </a:lnSpc>
              <a:spcBef>
                <a:spcPts val="1000"/>
              </a:spcBef>
              <a:spcAft>
                <a:spcPts val="0"/>
              </a:spcAft>
              <a:buClr>
                <a:schemeClr val="dk2"/>
              </a:buClr>
              <a:buSzPts val="1600"/>
              <a:buChar char="•"/>
              <a:defRPr/>
            </a:lvl3pPr>
            <a:lvl4pPr marL="1828800" lvl="3" indent="-317500" algn="l">
              <a:lnSpc>
                <a:spcPct val="120000"/>
              </a:lnSpc>
              <a:spcBef>
                <a:spcPts val="1000"/>
              </a:spcBef>
              <a:spcAft>
                <a:spcPts val="0"/>
              </a:spcAft>
              <a:buClr>
                <a:schemeClr val="dk2"/>
              </a:buClr>
              <a:buSzPts val="1400"/>
              <a:buChar char="•"/>
              <a:defRPr/>
            </a:lvl4pPr>
            <a:lvl5pPr marL="2286000" lvl="4" indent="-317500" algn="l">
              <a:lnSpc>
                <a:spcPct val="120000"/>
              </a:lnSpc>
              <a:spcBef>
                <a:spcPts val="1000"/>
              </a:spcBef>
              <a:spcAft>
                <a:spcPts val="0"/>
              </a:spcAft>
              <a:buClr>
                <a:schemeClr val="dk2"/>
              </a:buClr>
              <a:buSzPts val="14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2">
  <p:cSld name="PICTURE_WITH_CAPTION_TEXT_2">
    <p:bg>
      <p:bgPr>
        <a:solidFill>
          <a:schemeClr val="lt1"/>
        </a:solidFill>
        <a:effectLst/>
      </p:bgPr>
    </p:bg>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1382725" y="903625"/>
            <a:ext cx="8361300" cy="2408400"/>
          </a:xfrm>
          <a:prstGeom prst="rect">
            <a:avLst/>
          </a:prstGeom>
          <a:noFill/>
          <a:ln>
            <a:noFill/>
          </a:ln>
        </p:spPr>
        <p:txBody>
          <a:bodyPr spcFirstLastPara="1" wrap="square" lIns="91425" tIns="45700" rIns="91425" bIns="45700" anchor="b" anchorCtr="0">
            <a:noAutofit/>
          </a:bodyPr>
          <a:lstStyle>
            <a:lvl1pPr lvl="0" algn="l">
              <a:lnSpc>
                <a:spcPct val="110000"/>
              </a:lnSpc>
              <a:spcBef>
                <a:spcPts val="0"/>
              </a:spcBef>
              <a:spcAft>
                <a:spcPts val="0"/>
              </a:spcAft>
              <a:buClr>
                <a:schemeClr val="dk2"/>
              </a:buClr>
              <a:buSzPts val="7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7800"/>
              <a:buNone/>
              <a:defRPr sz="7800"/>
            </a:lvl2pPr>
            <a:lvl3pPr lvl="2" algn="l">
              <a:lnSpc>
                <a:spcPct val="100000"/>
              </a:lnSpc>
              <a:spcBef>
                <a:spcPts val="0"/>
              </a:spcBef>
              <a:spcAft>
                <a:spcPts val="0"/>
              </a:spcAft>
              <a:buSzPts val="7800"/>
              <a:buNone/>
              <a:defRPr sz="7800"/>
            </a:lvl3pPr>
            <a:lvl4pPr lvl="3" algn="l">
              <a:lnSpc>
                <a:spcPct val="100000"/>
              </a:lnSpc>
              <a:spcBef>
                <a:spcPts val="0"/>
              </a:spcBef>
              <a:spcAft>
                <a:spcPts val="0"/>
              </a:spcAft>
              <a:buSzPts val="7800"/>
              <a:buNone/>
              <a:defRPr sz="7800"/>
            </a:lvl4pPr>
            <a:lvl5pPr lvl="4" algn="l">
              <a:lnSpc>
                <a:spcPct val="100000"/>
              </a:lnSpc>
              <a:spcBef>
                <a:spcPts val="0"/>
              </a:spcBef>
              <a:spcAft>
                <a:spcPts val="0"/>
              </a:spcAft>
              <a:buSzPts val="7800"/>
              <a:buNone/>
              <a:defRPr sz="7800"/>
            </a:lvl5pPr>
            <a:lvl6pPr lvl="5" algn="l">
              <a:lnSpc>
                <a:spcPct val="100000"/>
              </a:lnSpc>
              <a:spcBef>
                <a:spcPts val="0"/>
              </a:spcBef>
              <a:spcAft>
                <a:spcPts val="0"/>
              </a:spcAft>
              <a:buSzPts val="7800"/>
              <a:buNone/>
              <a:defRPr sz="7800"/>
            </a:lvl6pPr>
            <a:lvl7pPr lvl="6" algn="l">
              <a:lnSpc>
                <a:spcPct val="100000"/>
              </a:lnSpc>
              <a:spcBef>
                <a:spcPts val="0"/>
              </a:spcBef>
              <a:spcAft>
                <a:spcPts val="0"/>
              </a:spcAft>
              <a:buSzPts val="7800"/>
              <a:buNone/>
              <a:defRPr sz="7800"/>
            </a:lvl7pPr>
            <a:lvl8pPr lvl="7" algn="l">
              <a:lnSpc>
                <a:spcPct val="100000"/>
              </a:lnSpc>
              <a:spcBef>
                <a:spcPts val="0"/>
              </a:spcBef>
              <a:spcAft>
                <a:spcPts val="0"/>
              </a:spcAft>
              <a:buSzPts val="7800"/>
              <a:buNone/>
              <a:defRPr sz="7800"/>
            </a:lvl8pPr>
            <a:lvl9pPr lvl="8" algn="l">
              <a:lnSpc>
                <a:spcPct val="100000"/>
              </a:lnSpc>
              <a:spcBef>
                <a:spcPts val="0"/>
              </a:spcBef>
              <a:spcAft>
                <a:spcPts val="0"/>
              </a:spcAft>
              <a:buSzPts val="7800"/>
              <a:buNone/>
              <a:defRPr sz="7800"/>
            </a:lvl9pPr>
          </a:lstStyle>
          <a:p>
            <a:endParaRPr/>
          </a:p>
        </p:txBody>
      </p:sp>
      <p:sp>
        <p:nvSpPr>
          <p:cNvPr id="53" name="Google Shape;53;p8"/>
          <p:cNvSpPr txBox="1">
            <a:spLocks noGrp="1"/>
          </p:cNvSpPr>
          <p:nvPr>
            <p:ph type="dt" idx="10"/>
          </p:nvPr>
        </p:nvSpPr>
        <p:spPr>
          <a:xfrm>
            <a:off x="1382713" y="10482263"/>
            <a:ext cx="4522800" cy="601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
          <p:cNvSpPr txBox="1">
            <a:spLocks noGrp="1"/>
          </p:cNvSpPr>
          <p:nvPr>
            <p:ph type="ftr" idx="11"/>
          </p:nvPr>
        </p:nvSpPr>
        <p:spPr>
          <a:xfrm>
            <a:off x="6659563" y="10482263"/>
            <a:ext cx="6785100" cy="601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sldNum" idx="12"/>
          </p:nvPr>
        </p:nvSpPr>
        <p:spPr>
          <a:xfrm>
            <a:off x="14198600" y="10482263"/>
            <a:ext cx="4522800" cy="601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1">
  <p:cSld name="PICTURE_WITH_CAPTION_TEXT_1">
    <p:bg>
      <p:bgPr>
        <a:solidFill>
          <a:schemeClr val="lt1"/>
        </a:solidFill>
        <a:effectLst/>
      </p:bgPr>
    </p:bg>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1384300" y="754063"/>
            <a:ext cx="6484800" cy="2638500"/>
          </a:xfrm>
          <a:prstGeom prst="rect">
            <a:avLst/>
          </a:prstGeom>
          <a:noFill/>
          <a:ln>
            <a:noFill/>
          </a:ln>
        </p:spPr>
        <p:txBody>
          <a:bodyPr spcFirstLastPara="1" wrap="square" lIns="91425" tIns="45700" rIns="91425" bIns="45700" anchor="b" anchorCtr="0">
            <a:noAutofit/>
          </a:bodyPr>
          <a:lstStyle>
            <a:lvl1pPr lvl="0" algn="l">
              <a:lnSpc>
                <a:spcPct val="110000"/>
              </a:lnSpc>
              <a:spcBef>
                <a:spcPts val="0"/>
              </a:spcBef>
              <a:spcAft>
                <a:spcPts val="0"/>
              </a:spcAft>
              <a:buClr>
                <a:schemeClr val="dk2"/>
              </a:buClr>
              <a:buSzPts val="7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9"/>
          <p:cNvSpPr txBox="1">
            <a:spLocks noGrp="1"/>
          </p:cNvSpPr>
          <p:nvPr>
            <p:ph type="dt" idx="10"/>
          </p:nvPr>
        </p:nvSpPr>
        <p:spPr>
          <a:xfrm>
            <a:off x="1382713" y="10482263"/>
            <a:ext cx="4522800" cy="601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6659563" y="10482263"/>
            <a:ext cx="6785100" cy="601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14198600" y="10482263"/>
            <a:ext cx="4522800" cy="601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1_Section Header">
  <p:cSld name="1_Section Header">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6130925" y="4852987"/>
            <a:ext cx="7842250" cy="1563688"/>
          </a:xfrm>
          <a:prstGeom prst="rect">
            <a:avLst/>
          </a:prstGeom>
          <a:noFill/>
          <a:ln>
            <a:noFill/>
          </a:ln>
        </p:spPr>
        <p:txBody>
          <a:bodyPr spcFirstLastPara="1" wrap="square" lIns="91425" tIns="45700" rIns="91425" bIns="45700" anchor="ctr" anchorCtr="0">
            <a:noAutofit/>
          </a:bodyPr>
          <a:lstStyle>
            <a:lvl1pPr lvl="0" algn="ctr">
              <a:lnSpc>
                <a:spcPct val="110000"/>
              </a:lnSpc>
              <a:spcBef>
                <a:spcPts val="0"/>
              </a:spcBef>
              <a:spcAft>
                <a:spcPts val="0"/>
              </a:spcAft>
              <a:buClr>
                <a:schemeClr val="dk1"/>
              </a:buClr>
              <a:buSzPts val="7800"/>
              <a:buFont typeface="Barlow Condensed ExtraBold"/>
              <a:buNone/>
              <a:defRPr sz="7800" cap="none">
                <a:solidFill>
                  <a:schemeClr val="dk1"/>
                </a:solidFill>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9pPr>
          </a:lstStyle>
          <a:p>
            <a:endParaRPr/>
          </a:p>
        </p:txBody>
      </p:sp>
      <p:sp>
        <p:nvSpPr>
          <p:cNvPr id="63" name="Google Shape;63;p10"/>
          <p:cNvSpPr/>
          <p:nvPr/>
        </p:nvSpPr>
        <p:spPr>
          <a:xfrm>
            <a:off x="17034200" y="176200"/>
            <a:ext cx="2895900" cy="599700"/>
          </a:xfrm>
          <a:prstGeom prst="rect">
            <a:avLst/>
          </a:prstGeom>
          <a:solidFill>
            <a:srgbClr val="A6A89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a:off x="2513013" y="1851025"/>
            <a:ext cx="15078075" cy="3937000"/>
          </a:xfrm>
          <a:prstGeom prst="rect">
            <a:avLst/>
          </a:prstGeom>
          <a:noFill/>
          <a:ln>
            <a:noFill/>
          </a:ln>
        </p:spPr>
        <p:txBody>
          <a:bodyPr spcFirstLastPara="1" wrap="square" lIns="91425" tIns="45700" rIns="91425" bIns="45700" anchor="b" anchorCtr="0">
            <a:noAutofit/>
          </a:bodyPr>
          <a:lstStyle>
            <a:lvl1pPr lvl="0" algn="ctr">
              <a:lnSpc>
                <a:spcPct val="110000"/>
              </a:lnSpc>
              <a:spcBef>
                <a:spcPts val="0"/>
              </a:spcBef>
              <a:spcAft>
                <a:spcPts val="0"/>
              </a:spcAft>
              <a:buClr>
                <a:schemeClr val="dk2"/>
              </a:buClr>
              <a:buSzPts val="6000"/>
              <a:buFont typeface="Barlow Condensed ExtraBold"/>
              <a:buNone/>
              <a:defRPr sz="6000">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subTitle" idx="1"/>
          </p:nvPr>
        </p:nvSpPr>
        <p:spPr>
          <a:xfrm>
            <a:off x="2513013" y="5940425"/>
            <a:ext cx="15078075" cy="27305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2"/>
              </a:buClr>
              <a:buSzPts val="2400"/>
              <a:buNone/>
              <a:defRPr sz="2400"/>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7" name="Google Shape;67;p11"/>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1"/>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a:off x="2020887" y="1692275"/>
            <a:ext cx="12908100" cy="3276600"/>
          </a:xfrm>
          <a:prstGeom prst="rect">
            <a:avLst/>
          </a:prstGeom>
          <a:noFill/>
          <a:ln>
            <a:noFill/>
          </a:ln>
        </p:spPr>
        <p:txBody>
          <a:bodyPr spcFirstLastPara="1" wrap="square" lIns="91425" tIns="45700" rIns="91425" bIns="45700" anchor="t" anchorCtr="0">
            <a:noAutofit/>
          </a:bodyPr>
          <a:lstStyle>
            <a:lvl1pPr lvl="0" algn="l">
              <a:lnSpc>
                <a:spcPct val="110000"/>
              </a:lnSpc>
              <a:spcBef>
                <a:spcPts val="0"/>
              </a:spcBef>
              <a:spcAft>
                <a:spcPts val="0"/>
              </a:spcAft>
              <a:buClr>
                <a:schemeClr val="dk2"/>
              </a:buClr>
              <a:buSzPts val="1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body" idx="1"/>
          </p:nvPr>
        </p:nvSpPr>
        <p:spPr>
          <a:xfrm>
            <a:off x="1382713" y="3009900"/>
            <a:ext cx="8593137" cy="71770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2"/>
          <p:cNvSpPr txBox="1">
            <a:spLocks noGrp="1"/>
          </p:cNvSpPr>
          <p:nvPr>
            <p:ph type="body" idx="2"/>
          </p:nvPr>
        </p:nvSpPr>
        <p:spPr>
          <a:xfrm>
            <a:off x="10128250" y="3009900"/>
            <a:ext cx="8593138" cy="71770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2"/>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2"/>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1384300" y="601663"/>
            <a:ext cx="17340263" cy="2185987"/>
          </a:xfrm>
          <a:prstGeom prst="rect">
            <a:avLst/>
          </a:prstGeom>
          <a:noFill/>
          <a:ln>
            <a:noFill/>
          </a:ln>
        </p:spPr>
        <p:txBody>
          <a:bodyPr spcFirstLastPara="1" wrap="square" lIns="91425" tIns="45700" rIns="91425" bIns="45700" anchor="t" anchorCtr="0">
            <a:noAutofit/>
          </a:bodyPr>
          <a:lstStyle>
            <a:lvl1pPr lvl="0" algn="l">
              <a:lnSpc>
                <a:spcPct val="110000"/>
              </a:lnSpc>
              <a:spcBef>
                <a:spcPts val="0"/>
              </a:spcBef>
              <a:spcAft>
                <a:spcPts val="0"/>
              </a:spcAft>
              <a:buClr>
                <a:schemeClr val="dk2"/>
              </a:buClr>
              <a:buSzPts val="1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body" idx="1"/>
          </p:nvPr>
        </p:nvSpPr>
        <p:spPr>
          <a:xfrm>
            <a:off x="1384300" y="2771775"/>
            <a:ext cx="8505825" cy="13589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2"/>
              </a:buClr>
              <a:buSzPts val="2400"/>
              <a:buNone/>
              <a:defRPr sz="2400" b="1"/>
            </a:lvl1pPr>
            <a:lvl2pPr marL="914400" lvl="1" indent="-228600" algn="l">
              <a:lnSpc>
                <a:spcPct val="90000"/>
              </a:lnSpc>
              <a:spcBef>
                <a:spcPts val="500"/>
              </a:spcBef>
              <a:spcAft>
                <a:spcPts val="0"/>
              </a:spcAft>
              <a:buClr>
                <a:schemeClr val="dk2"/>
              </a:buClr>
              <a:buSzPts val="2000"/>
              <a:buNone/>
              <a:defRPr sz="2000" b="1"/>
            </a:lvl2pPr>
            <a:lvl3pPr marL="1371600" lvl="2" indent="-228600" algn="l">
              <a:lnSpc>
                <a:spcPct val="90000"/>
              </a:lnSpc>
              <a:spcBef>
                <a:spcPts val="500"/>
              </a:spcBef>
              <a:spcAft>
                <a:spcPts val="0"/>
              </a:spcAft>
              <a:buClr>
                <a:schemeClr val="dk2"/>
              </a:buClr>
              <a:buSzPts val="1800"/>
              <a:buNone/>
              <a:defRPr sz="1800" b="1"/>
            </a:lvl3pPr>
            <a:lvl4pPr marL="1828800" lvl="3" indent="-228600" algn="l">
              <a:lnSpc>
                <a:spcPct val="90000"/>
              </a:lnSpc>
              <a:spcBef>
                <a:spcPts val="500"/>
              </a:spcBef>
              <a:spcAft>
                <a:spcPts val="0"/>
              </a:spcAft>
              <a:buClr>
                <a:schemeClr val="dk2"/>
              </a:buClr>
              <a:buSzPts val="1600"/>
              <a:buNone/>
              <a:defRPr sz="1600" b="1"/>
            </a:lvl4pPr>
            <a:lvl5pPr marL="2286000" lvl="4" indent="-228600" algn="l">
              <a:lnSpc>
                <a:spcPct val="90000"/>
              </a:lnSpc>
              <a:spcBef>
                <a:spcPts val="500"/>
              </a:spcBef>
              <a:spcAft>
                <a:spcPts val="0"/>
              </a:spcAft>
              <a:buClr>
                <a:schemeClr val="dk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0" name="Google Shape;80;p13"/>
          <p:cNvSpPr txBox="1">
            <a:spLocks noGrp="1"/>
          </p:cNvSpPr>
          <p:nvPr>
            <p:ph type="body" idx="2"/>
          </p:nvPr>
        </p:nvSpPr>
        <p:spPr>
          <a:xfrm>
            <a:off x="1384300" y="4130675"/>
            <a:ext cx="8505825" cy="60769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3"/>
          <p:cNvSpPr txBox="1">
            <a:spLocks noGrp="1"/>
          </p:cNvSpPr>
          <p:nvPr>
            <p:ph type="body" idx="3"/>
          </p:nvPr>
        </p:nvSpPr>
        <p:spPr>
          <a:xfrm>
            <a:off x="10177463" y="2771775"/>
            <a:ext cx="8547100" cy="13589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2"/>
              </a:buClr>
              <a:buSzPts val="2400"/>
              <a:buNone/>
              <a:defRPr sz="2400" b="1"/>
            </a:lvl1pPr>
            <a:lvl2pPr marL="914400" lvl="1" indent="-228600" algn="l">
              <a:lnSpc>
                <a:spcPct val="90000"/>
              </a:lnSpc>
              <a:spcBef>
                <a:spcPts val="500"/>
              </a:spcBef>
              <a:spcAft>
                <a:spcPts val="0"/>
              </a:spcAft>
              <a:buClr>
                <a:schemeClr val="dk2"/>
              </a:buClr>
              <a:buSzPts val="2000"/>
              <a:buNone/>
              <a:defRPr sz="2000" b="1"/>
            </a:lvl2pPr>
            <a:lvl3pPr marL="1371600" lvl="2" indent="-228600" algn="l">
              <a:lnSpc>
                <a:spcPct val="90000"/>
              </a:lnSpc>
              <a:spcBef>
                <a:spcPts val="500"/>
              </a:spcBef>
              <a:spcAft>
                <a:spcPts val="0"/>
              </a:spcAft>
              <a:buClr>
                <a:schemeClr val="dk2"/>
              </a:buClr>
              <a:buSzPts val="1800"/>
              <a:buNone/>
              <a:defRPr sz="1800" b="1"/>
            </a:lvl3pPr>
            <a:lvl4pPr marL="1828800" lvl="3" indent="-228600" algn="l">
              <a:lnSpc>
                <a:spcPct val="90000"/>
              </a:lnSpc>
              <a:spcBef>
                <a:spcPts val="500"/>
              </a:spcBef>
              <a:spcAft>
                <a:spcPts val="0"/>
              </a:spcAft>
              <a:buClr>
                <a:schemeClr val="dk2"/>
              </a:buClr>
              <a:buSzPts val="1600"/>
              <a:buNone/>
              <a:defRPr sz="1600" b="1"/>
            </a:lvl4pPr>
            <a:lvl5pPr marL="2286000" lvl="4" indent="-228600" algn="l">
              <a:lnSpc>
                <a:spcPct val="90000"/>
              </a:lnSpc>
              <a:spcBef>
                <a:spcPts val="500"/>
              </a:spcBef>
              <a:spcAft>
                <a:spcPts val="0"/>
              </a:spcAft>
              <a:buClr>
                <a:schemeClr val="dk2"/>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2" name="Google Shape;82;p13"/>
          <p:cNvSpPr txBox="1">
            <a:spLocks noGrp="1"/>
          </p:cNvSpPr>
          <p:nvPr>
            <p:ph type="body" idx="4"/>
          </p:nvPr>
        </p:nvSpPr>
        <p:spPr>
          <a:xfrm>
            <a:off x="10177463" y="4130675"/>
            <a:ext cx="8547100" cy="60769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3"/>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3"/>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6"/>
        <p:cNvGrpSpPr/>
        <p:nvPr/>
      </p:nvGrpSpPr>
      <p:grpSpPr>
        <a:xfrm>
          <a:off x="0" y="0"/>
          <a:ext cx="0" cy="0"/>
          <a:chOff x="0" y="0"/>
          <a:chExt cx="0" cy="0"/>
        </a:xfrm>
      </p:grpSpPr>
      <p:sp>
        <p:nvSpPr>
          <p:cNvPr id="87" name="Google Shape;87;p14"/>
          <p:cNvSpPr txBox="1">
            <a:spLocks noGrp="1"/>
          </p:cNvSpPr>
          <p:nvPr>
            <p:ph type="title"/>
          </p:nvPr>
        </p:nvSpPr>
        <p:spPr>
          <a:xfrm>
            <a:off x="2020887" y="1692275"/>
            <a:ext cx="12908100" cy="3276600"/>
          </a:xfrm>
          <a:prstGeom prst="rect">
            <a:avLst/>
          </a:prstGeom>
          <a:noFill/>
          <a:ln>
            <a:noFill/>
          </a:ln>
        </p:spPr>
        <p:txBody>
          <a:bodyPr spcFirstLastPara="1" wrap="square" lIns="91425" tIns="45700" rIns="91425" bIns="45700" anchor="t" anchorCtr="0">
            <a:noAutofit/>
          </a:bodyPr>
          <a:lstStyle>
            <a:lvl1pPr lvl="0" algn="l">
              <a:lnSpc>
                <a:spcPct val="110000"/>
              </a:lnSpc>
              <a:spcBef>
                <a:spcPts val="0"/>
              </a:spcBef>
              <a:spcAft>
                <a:spcPts val="0"/>
              </a:spcAft>
              <a:buClr>
                <a:schemeClr val="dk2"/>
              </a:buClr>
              <a:buSzPts val="1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4"/>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4"/>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4"/>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1384300" y="754063"/>
            <a:ext cx="6484938" cy="2638425"/>
          </a:xfrm>
          <a:prstGeom prst="rect">
            <a:avLst/>
          </a:prstGeom>
          <a:noFill/>
          <a:ln>
            <a:noFill/>
          </a:ln>
        </p:spPr>
        <p:txBody>
          <a:bodyPr spcFirstLastPara="1" wrap="square" lIns="91425" tIns="45700" rIns="91425" bIns="45700" anchor="b" anchorCtr="0">
            <a:noAutofit/>
          </a:bodyPr>
          <a:lstStyle>
            <a:lvl1pPr lvl="0" algn="l">
              <a:lnSpc>
                <a:spcPct val="110000"/>
              </a:lnSpc>
              <a:spcBef>
                <a:spcPts val="0"/>
              </a:spcBef>
              <a:spcAft>
                <a:spcPts val="0"/>
              </a:spcAft>
              <a:buClr>
                <a:schemeClr val="dk2"/>
              </a:buClr>
              <a:buSzPts val="7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6"/>
          <p:cNvSpPr txBox="1">
            <a:spLocks noGrp="1"/>
          </p:cNvSpPr>
          <p:nvPr>
            <p:ph type="body" idx="1"/>
          </p:nvPr>
        </p:nvSpPr>
        <p:spPr>
          <a:xfrm>
            <a:off x="8547100" y="1628775"/>
            <a:ext cx="10177463" cy="80359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2"/>
              </a:buClr>
              <a:buSzPts val="3200"/>
              <a:buChar char="•"/>
              <a:defRPr sz="3200"/>
            </a:lvl1pPr>
            <a:lvl2pPr marL="914400" lvl="1" indent="-406400" algn="l">
              <a:lnSpc>
                <a:spcPct val="90000"/>
              </a:lnSpc>
              <a:spcBef>
                <a:spcPts val="500"/>
              </a:spcBef>
              <a:spcAft>
                <a:spcPts val="0"/>
              </a:spcAft>
              <a:buClr>
                <a:schemeClr val="dk2"/>
              </a:buClr>
              <a:buSzPts val="2800"/>
              <a:buChar char="•"/>
              <a:defRPr sz="2800"/>
            </a:lvl2pPr>
            <a:lvl3pPr marL="1371600" lvl="2" indent="-381000" algn="l">
              <a:lnSpc>
                <a:spcPct val="90000"/>
              </a:lnSpc>
              <a:spcBef>
                <a:spcPts val="500"/>
              </a:spcBef>
              <a:spcAft>
                <a:spcPts val="0"/>
              </a:spcAft>
              <a:buClr>
                <a:schemeClr val="dk2"/>
              </a:buClr>
              <a:buSzPts val="2400"/>
              <a:buChar char="•"/>
              <a:defRPr sz="2400"/>
            </a:lvl3pPr>
            <a:lvl4pPr marL="1828800" lvl="3" indent="-355600" algn="l">
              <a:lnSpc>
                <a:spcPct val="90000"/>
              </a:lnSpc>
              <a:spcBef>
                <a:spcPts val="500"/>
              </a:spcBef>
              <a:spcAft>
                <a:spcPts val="0"/>
              </a:spcAft>
              <a:buClr>
                <a:schemeClr val="dk2"/>
              </a:buClr>
              <a:buSzPts val="2000"/>
              <a:buChar char="•"/>
              <a:defRPr sz="2000"/>
            </a:lvl4pPr>
            <a:lvl5pPr marL="2286000" lvl="4" indent="-355600" algn="l">
              <a:lnSpc>
                <a:spcPct val="90000"/>
              </a:lnSpc>
              <a:spcBef>
                <a:spcPts val="500"/>
              </a:spcBef>
              <a:spcAft>
                <a:spcPts val="0"/>
              </a:spcAft>
              <a:buClr>
                <a:schemeClr val="dk2"/>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8" name="Google Shape;98;p16"/>
          <p:cNvSpPr txBox="1">
            <a:spLocks noGrp="1"/>
          </p:cNvSpPr>
          <p:nvPr>
            <p:ph type="body" idx="2"/>
          </p:nvPr>
        </p:nvSpPr>
        <p:spPr>
          <a:xfrm>
            <a:off x="1384300" y="3392488"/>
            <a:ext cx="6484938" cy="6286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600"/>
              <a:buNone/>
              <a:defRPr sz="1600"/>
            </a:lvl1pPr>
            <a:lvl2pPr marL="914400" lvl="1" indent="-228600" algn="l">
              <a:lnSpc>
                <a:spcPct val="90000"/>
              </a:lnSpc>
              <a:spcBef>
                <a:spcPts val="500"/>
              </a:spcBef>
              <a:spcAft>
                <a:spcPts val="0"/>
              </a:spcAft>
              <a:buClr>
                <a:schemeClr val="dk2"/>
              </a:buClr>
              <a:buSzPts val="1400"/>
              <a:buNone/>
              <a:defRPr sz="1400"/>
            </a:lvl2pPr>
            <a:lvl3pPr marL="1371600" lvl="2" indent="-228600" algn="l">
              <a:lnSpc>
                <a:spcPct val="90000"/>
              </a:lnSpc>
              <a:spcBef>
                <a:spcPts val="500"/>
              </a:spcBef>
              <a:spcAft>
                <a:spcPts val="0"/>
              </a:spcAft>
              <a:buClr>
                <a:schemeClr val="dk2"/>
              </a:buClr>
              <a:buSzPts val="1200"/>
              <a:buNone/>
              <a:defRPr sz="1200"/>
            </a:lvl3pPr>
            <a:lvl4pPr marL="1828800" lvl="3" indent="-228600" algn="l">
              <a:lnSpc>
                <a:spcPct val="90000"/>
              </a:lnSpc>
              <a:spcBef>
                <a:spcPts val="500"/>
              </a:spcBef>
              <a:spcAft>
                <a:spcPts val="0"/>
              </a:spcAft>
              <a:buClr>
                <a:schemeClr val="dk2"/>
              </a:buClr>
              <a:buSzPts val="1000"/>
              <a:buNone/>
              <a:defRPr sz="1000"/>
            </a:lvl4pPr>
            <a:lvl5pPr marL="2286000" lvl="4" indent="-228600" algn="l">
              <a:lnSpc>
                <a:spcPct val="90000"/>
              </a:lnSpc>
              <a:spcBef>
                <a:spcPts val="500"/>
              </a:spcBef>
              <a:spcAft>
                <a:spcPts val="0"/>
              </a:spcAft>
              <a:buClr>
                <a:schemeClr val="dk2"/>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9" name="Google Shape;99;p16"/>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6"/>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6"/>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2020887" y="1692275"/>
            <a:ext cx="12908100" cy="3276600"/>
          </a:xfrm>
          <a:prstGeom prst="rect">
            <a:avLst/>
          </a:prstGeom>
          <a:noFill/>
          <a:ln>
            <a:noFill/>
          </a:ln>
        </p:spPr>
        <p:txBody>
          <a:bodyPr spcFirstLastPara="1" wrap="square" lIns="91425" tIns="45700" rIns="91425" bIns="45700" anchor="t" anchorCtr="0">
            <a:noAutofit/>
          </a:bodyPr>
          <a:lstStyle>
            <a:lvl1pPr lvl="0" algn="l">
              <a:lnSpc>
                <a:spcPct val="110000"/>
              </a:lnSpc>
              <a:spcBef>
                <a:spcPts val="0"/>
              </a:spcBef>
              <a:spcAft>
                <a:spcPts val="0"/>
              </a:spcAft>
              <a:buClr>
                <a:schemeClr val="dk2"/>
              </a:buClr>
              <a:buSzPts val="1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7"/>
          <p:cNvSpPr txBox="1">
            <a:spLocks noGrp="1"/>
          </p:cNvSpPr>
          <p:nvPr>
            <p:ph type="body" idx="1"/>
          </p:nvPr>
        </p:nvSpPr>
        <p:spPr>
          <a:xfrm rot="5400000">
            <a:off x="6730206" y="2118519"/>
            <a:ext cx="3671888" cy="12725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17"/>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7"/>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7"/>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rot="5400000">
            <a:off x="11761788" y="3227388"/>
            <a:ext cx="9585325" cy="4333875"/>
          </a:xfrm>
          <a:prstGeom prst="rect">
            <a:avLst/>
          </a:prstGeom>
          <a:noFill/>
          <a:ln>
            <a:noFill/>
          </a:ln>
        </p:spPr>
        <p:txBody>
          <a:bodyPr spcFirstLastPara="1" wrap="square" lIns="91425" tIns="45700" rIns="91425" bIns="45700" anchor="t" anchorCtr="0">
            <a:noAutofit/>
          </a:bodyPr>
          <a:lstStyle>
            <a:lvl1pPr lvl="0" algn="l">
              <a:lnSpc>
                <a:spcPct val="110000"/>
              </a:lnSpc>
              <a:spcBef>
                <a:spcPts val="0"/>
              </a:spcBef>
              <a:spcAft>
                <a:spcPts val="0"/>
              </a:spcAft>
              <a:buClr>
                <a:schemeClr val="dk2"/>
              </a:buClr>
              <a:buSzPts val="1800"/>
              <a:buFont typeface="Barlow Condensed ExtraBold"/>
              <a:buNone/>
              <a:defRPr>
                <a:latin typeface="Barlow Condensed ExtraBold"/>
                <a:ea typeface="Barlow Condensed ExtraBold"/>
                <a:cs typeface="Barlow Condensed ExtraBold"/>
                <a:sym typeface="Barlow Condensed ExtraBold"/>
              </a:defRPr>
            </a:lvl1pPr>
            <a:lvl2pPr lvl="1"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SzPts val="1400"/>
              <a:buFont typeface="Barlow Condensed ExtraBold"/>
              <a:buNone/>
              <a:defRPr>
                <a:latin typeface="Barlow Condensed ExtraBold"/>
                <a:ea typeface="Barlow Condensed ExtraBold"/>
                <a:cs typeface="Barlow Condensed ExtraBold"/>
                <a:sym typeface="Barlow Condensed ExtraBold"/>
              </a:defRPr>
            </a:lvl9pPr>
          </a:lstStyle>
          <a:p>
            <a:endParaRPr/>
          </a:p>
        </p:txBody>
      </p:sp>
      <p:sp>
        <p:nvSpPr>
          <p:cNvPr id="110" name="Google Shape;110;p18"/>
          <p:cNvSpPr txBox="1">
            <a:spLocks noGrp="1"/>
          </p:cNvSpPr>
          <p:nvPr>
            <p:ph type="body" idx="1"/>
          </p:nvPr>
        </p:nvSpPr>
        <p:spPr>
          <a:xfrm rot="5400000">
            <a:off x="3016251" y="-1031875"/>
            <a:ext cx="9585325" cy="12852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18"/>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18"/>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18"/>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CEE4-735F-9AED-7EDE-A5213B9299D3}"/>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4D401C47-A6CC-A5C6-D128-60D2A81B3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FAE745A9-D4CF-6EA8-8D97-EC03188A834F}"/>
              </a:ext>
            </a:extLst>
          </p:cNvPr>
          <p:cNvSpPr>
            <a:spLocks noGrp="1"/>
          </p:cNvSpPr>
          <p:nvPr>
            <p:ph type="dt" sz="half" idx="10"/>
          </p:nvPr>
        </p:nvSpPr>
        <p:spPr/>
        <p:txBody>
          <a:bodyPr/>
          <a:lstStyle/>
          <a:p>
            <a:fld id="{ECB3D054-E02C-4A56-A645-2D79AD04C62C}" type="datetimeFigureOut">
              <a:rPr lang="he-IL" smtClean="0"/>
              <a:t>ז'/אדר/תשפ"ו</a:t>
            </a:fld>
            <a:endParaRPr lang="he-IL"/>
          </a:p>
        </p:txBody>
      </p:sp>
      <p:sp>
        <p:nvSpPr>
          <p:cNvPr id="5" name="Footer Placeholder 4">
            <a:extLst>
              <a:ext uri="{FF2B5EF4-FFF2-40B4-BE49-F238E27FC236}">
                <a16:creationId xmlns:a16="http://schemas.microsoft.com/office/drawing/2014/main" id="{2D7B6FC5-FD67-9E71-7EA2-154A9262CFC4}"/>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82FA2422-7BCB-E9A8-BE19-8C44FD87C47B}"/>
              </a:ext>
            </a:extLst>
          </p:cNvPr>
          <p:cNvSpPr>
            <a:spLocks noGrp="1"/>
          </p:cNvSpPr>
          <p:nvPr>
            <p:ph type="sldNum" sz="quarter" idx="12"/>
          </p:nvPr>
        </p:nvSpPr>
        <p:spPr/>
        <p:txBody>
          <a:bodyPr/>
          <a:lstStyle/>
          <a:p>
            <a:fld id="{0ABFFB4E-03D9-4A86-BA5E-D6ACF518DAFE}" type="slidenum">
              <a:rPr lang="he-IL" smtClean="0"/>
              <a:t>‹#›</a:t>
            </a:fld>
            <a:endParaRPr lang="he-IL"/>
          </a:p>
        </p:txBody>
      </p:sp>
    </p:spTree>
    <p:extLst>
      <p:ext uri="{BB962C8B-B14F-4D97-AF65-F5344CB8AC3E}">
        <p14:creationId xmlns:p14="http://schemas.microsoft.com/office/powerpoint/2010/main" val="750008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887" y="1692275"/>
            <a:ext cx="12908100" cy="3276600"/>
          </a:xfrm>
          <a:prstGeom prst="rect">
            <a:avLst/>
          </a:prstGeom>
          <a:noFill/>
          <a:ln>
            <a:noFill/>
          </a:ln>
        </p:spPr>
        <p:txBody>
          <a:bodyPr spcFirstLastPara="1" wrap="square" lIns="91425" tIns="45700" rIns="91425" bIns="45700" anchor="t" anchorCtr="0">
            <a:noAutofit/>
          </a:bodyPr>
          <a:lstStyle>
            <a:lvl1pPr marR="0" lvl="0" algn="l" rtl="0">
              <a:lnSpc>
                <a:spcPct val="110000"/>
              </a:lnSpc>
              <a:spcBef>
                <a:spcPts val="0"/>
              </a:spcBef>
              <a:spcAft>
                <a:spcPts val="0"/>
              </a:spcAft>
              <a:buClr>
                <a:schemeClr val="dk2"/>
              </a:buClr>
              <a:buSzPts val="7800"/>
              <a:buFont typeface="Arial"/>
              <a:buNone/>
              <a:defRPr sz="7800" b="0" i="1"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2203450" y="6645275"/>
            <a:ext cx="12725400" cy="3671888"/>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dk2"/>
              </a:buClr>
              <a:buSzPts val="2200"/>
              <a:buFont typeface="Albert Sans"/>
              <a:buChar char="•"/>
              <a:defRPr sz="2200" i="0" u="none" strike="noStrike" cap="none">
                <a:solidFill>
                  <a:schemeClr val="dk2"/>
                </a:solidFill>
                <a:latin typeface="Albert Sans"/>
                <a:ea typeface="Albert Sans"/>
                <a:cs typeface="Albert Sans"/>
                <a:sym typeface="Albert Sans"/>
              </a:defRPr>
            </a:lvl1pPr>
            <a:lvl2pPr marL="914400" marR="0" lvl="1" indent="-342900" algn="l" rtl="0">
              <a:lnSpc>
                <a:spcPct val="90000"/>
              </a:lnSpc>
              <a:spcBef>
                <a:spcPts val="500"/>
              </a:spcBef>
              <a:spcAft>
                <a:spcPts val="0"/>
              </a:spcAft>
              <a:buClr>
                <a:schemeClr val="dk2"/>
              </a:buClr>
              <a:buSzPts val="1800"/>
              <a:buFont typeface="Albert Sans"/>
              <a:buChar char="•"/>
              <a:defRPr sz="1800" i="0" u="none" strike="noStrike" cap="none">
                <a:solidFill>
                  <a:schemeClr val="dk2"/>
                </a:solidFill>
                <a:latin typeface="Albert Sans"/>
                <a:ea typeface="Albert Sans"/>
                <a:cs typeface="Albert Sans"/>
                <a:sym typeface="Albert Sans"/>
              </a:defRPr>
            </a:lvl2pPr>
            <a:lvl3pPr marL="1371600" marR="0" lvl="2" indent="-330200" algn="l" rtl="0">
              <a:lnSpc>
                <a:spcPct val="90000"/>
              </a:lnSpc>
              <a:spcBef>
                <a:spcPts val="500"/>
              </a:spcBef>
              <a:spcAft>
                <a:spcPts val="0"/>
              </a:spcAft>
              <a:buClr>
                <a:schemeClr val="dk2"/>
              </a:buClr>
              <a:buSzPts val="1600"/>
              <a:buFont typeface="Albert Sans"/>
              <a:buChar char="•"/>
              <a:defRPr sz="1600" i="0" u="none" strike="noStrike" cap="none">
                <a:solidFill>
                  <a:schemeClr val="dk2"/>
                </a:solidFill>
                <a:latin typeface="Albert Sans"/>
                <a:ea typeface="Albert Sans"/>
                <a:cs typeface="Albert Sans"/>
                <a:sym typeface="Albert Sans"/>
              </a:defRPr>
            </a:lvl3pPr>
            <a:lvl4pPr marL="1828800" marR="0" lvl="3" indent="-317500" algn="l" rtl="0">
              <a:lnSpc>
                <a:spcPct val="90000"/>
              </a:lnSpc>
              <a:spcBef>
                <a:spcPts val="500"/>
              </a:spcBef>
              <a:spcAft>
                <a:spcPts val="0"/>
              </a:spcAft>
              <a:buClr>
                <a:schemeClr val="dk2"/>
              </a:buClr>
              <a:buSzPts val="1400"/>
              <a:buFont typeface="Albert Sans"/>
              <a:buChar char="•"/>
              <a:defRPr sz="1400" i="0" u="none" strike="noStrike" cap="none">
                <a:solidFill>
                  <a:schemeClr val="dk2"/>
                </a:solidFill>
                <a:latin typeface="Albert Sans"/>
                <a:ea typeface="Albert Sans"/>
                <a:cs typeface="Albert Sans"/>
                <a:sym typeface="Albert Sans"/>
              </a:defRPr>
            </a:lvl4pPr>
            <a:lvl5pPr marL="2286000" marR="0" lvl="4" indent="-317500" algn="l" rtl="0">
              <a:lnSpc>
                <a:spcPct val="90000"/>
              </a:lnSpc>
              <a:spcBef>
                <a:spcPts val="500"/>
              </a:spcBef>
              <a:spcAft>
                <a:spcPts val="0"/>
              </a:spcAft>
              <a:buClr>
                <a:schemeClr val="dk2"/>
              </a:buClr>
              <a:buSzPts val="1400"/>
              <a:buFont typeface="Albert Sans"/>
              <a:buChar char="•"/>
              <a:defRPr sz="1400" i="0" u="none" strike="noStrike" cap="none">
                <a:solidFill>
                  <a:schemeClr val="dk2"/>
                </a:solidFill>
                <a:latin typeface="Albert Sans"/>
                <a:ea typeface="Albert Sans"/>
                <a:cs typeface="Albert Sans"/>
                <a:sym typeface="Albert Sans"/>
              </a:defRPr>
            </a:lvl5pPr>
            <a:lvl6pPr marL="2743200" marR="0" lvl="5" indent="-342900" algn="l" rtl="0">
              <a:lnSpc>
                <a:spcPct val="90000"/>
              </a:lnSpc>
              <a:spcBef>
                <a:spcPts val="500"/>
              </a:spcBef>
              <a:spcAft>
                <a:spcPts val="0"/>
              </a:spcAft>
              <a:buClr>
                <a:schemeClr val="dk1"/>
              </a:buClr>
              <a:buSzPts val="1800"/>
              <a:buFont typeface="Albert Sans"/>
              <a:buChar char="•"/>
              <a:defRPr sz="1800" i="0" u="none" strike="noStrike" cap="none">
                <a:solidFill>
                  <a:schemeClr val="dk1"/>
                </a:solidFill>
                <a:latin typeface="Albert Sans"/>
                <a:ea typeface="Albert Sans"/>
                <a:cs typeface="Albert Sans"/>
                <a:sym typeface="Albert Sans"/>
              </a:defRPr>
            </a:lvl6pPr>
            <a:lvl7pPr marL="3200400" marR="0" lvl="6" indent="-342900" algn="l" rtl="0">
              <a:lnSpc>
                <a:spcPct val="90000"/>
              </a:lnSpc>
              <a:spcBef>
                <a:spcPts val="500"/>
              </a:spcBef>
              <a:spcAft>
                <a:spcPts val="0"/>
              </a:spcAft>
              <a:buClr>
                <a:schemeClr val="dk1"/>
              </a:buClr>
              <a:buSzPts val="1800"/>
              <a:buFont typeface="Albert Sans"/>
              <a:buChar char="•"/>
              <a:defRPr sz="1800" i="0" u="none" strike="noStrike" cap="none">
                <a:solidFill>
                  <a:schemeClr val="dk1"/>
                </a:solidFill>
                <a:latin typeface="Albert Sans"/>
                <a:ea typeface="Albert Sans"/>
                <a:cs typeface="Albert Sans"/>
                <a:sym typeface="Albert Sans"/>
              </a:defRPr>
            </a:lvl7pPr>
            <a:lvl8pPr marL="3657600" marR="0" lvl="7" indent="-342900" algn="l" rtl="0">
              <a:lnSpc>
                <a:spcPct val="90000"/>
              </a:lnSpc>
              <a:spcBef>
                <a:spcPts val="500"/>
              </a:spcBef>
              <a:spcAft>
                <a:spcPts val="0"/>
              </a:spcAft>
              <a:buClr>
                <a:schemeClr val="dk1"/>
              </a:buClr>
              <a:buSzPts val="1800"/>
              <a:buFont typeface="Albert Sans"/>
              <a:buChar char="•"/>
              <a:defRPr sz="1800" i="0" u="none" strike="noStrike" cap="none">
                <a:solidFill>
                  <a:schemeClr val="dk1"/>
                </a:solidFill>
                <a:latin typeface="Albert Sans"/>
                <a:ea typeface="Albert Sans"/>
                <a:cs typeface="Albert Sans"/>
                <a:sym typeface="Albert Sans"/>
              </a:defRPr>
            </a:lvl8pPr>
            <a:lvl9pPr marL="4114800" marR="0" lvl="8" indent="-342900" algn="l" rtl="0">
              <a:lnSpc>
                <a:spcPct val="90000"/>
              </a:lnSpc>
              <a:spcBef>
                <a:spcPts val="500"/>
              </a:spcBef>
              <a:spcAft>
                <a:spcPts val="0"/>
              </a:spcAft>
              <a:buClr>
                <a:schemeClr val="dk1"/>
              </a:buClr>
              <a:buSzPts val="1800"/>
              <a:buFont typeface="Albert Sans"/>
              <a:buChar char="•"/>
              <a:defRPr sz="1800" i="0" u="none" strike="noStrike" cap="none">
                <a:solidFill>
                  <a:schemeClr val="dk1"/>
                </a:solidFill>
                <a:latin typeface="Albert Sans"/>
                <a:ea typeface="Albert Sans"/>
                <a:cs typeface="Albert Sans"/>
                <a:sym typeface="Albert Sans"/>
              </a:defRPr>
            </a:lvl9pPr>
          </a:lstStyle>
          <a:p>
            <a:endParaRPr/>
          </a:p>
        </p:txBody>
      </p:sp>
      <p:sp>
        <p:nvSpPr>
          <p:cNvPr id="8" name="Google Shape;8;p1"/>
          <p:cNvSpPr txBox="1">
            <a:spLocks noGrp="1"/>
          </p:cNvSpPr>
          <p:nvPr>
            <p:ph type="dt" idx="10"/>
          </p:nvPr>
        </p:nvSpPr>
        <p:spPr>
          <a:xfrm>
            <a:off x="1382713" y="10482263"/>
            <a:ext cx="4522787" cy="6016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97A7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6659563" y="10482263"/>
            <a:ext cx="6784975" cy="601662"/>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97A7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14198600" y="10482263"/>
            <a:ext cx="4522788" cy="601662"/>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97A7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1" name="Google Shape;11;p1"/>
          <p:cNvGrpSpPr/>
          <p:nvPr/>
        </p:nvGrpSpPr>
        <p:grpSpPr>
          <a:xfrm>
            <a:off x="0" y="0"/>
            <a:ext cx="2354700" cy="2354700"/>
            <a:chOff x="0" y="0"/>
            <a:chExt cx="2354700" cy="2354700"/>
          </a:xfrm>
        </p:grpSpPr>
        <p:sp>
          <p:nvSpPr>
            <p:cNvPr id="12" name="Google Shape;12;p1"/>
            <p:cNvSpPr/>
            <p:nvPr/>
          </p:nvSpPr>
          <p:spPr>
            <a:xfrm>
              <a:off x="0" y="0"/>
              <a:ext cx="516600" cy="2354700"/>
            </a:xfrm>
            <a:prstGeom prst="rect">
              <a:avLst/>
            </a:prstGeom>
            <a:solidFill>
              <a:srgbClr val="A0FF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3" name="Google Shape;13;p1"/>
            <p:cNvSpPr/>
            <p:nvPr/>
          </p:nvSpPr>
          <p:spPr>
            <a:xfrm rot="-5400000">
              <a:off x="919050" y="-919050"/>
              <a:ext cx="516600" cy="2354700"/>
            </a:xfrm>
            <a:prstGeom prst="rect">
              <a:avLst/>
            </a:prstGeom>
            <a:solidFill>
              <a:srgbClr val="A0FF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grpSp>
        <p:nvGrpSpPr>
          <p:cNvPr id="14" name="Google Shape;14;p1"/>
          <p:cNvGrpSpPr/>
          <p:nvPr/>
        </p:nvGrpSpPr>
        <p:grpSpPr>
          <a:xfrm rot="10800000">
            <a:off x="17749400" y="8954650"/>
            <a:ext cx="2354700" cy="2354700"/>
            <a:chOff x="0" y="0"/>
            <a:chExt cx="2354700" cy="2354700"/>
          </a:xfrm>
        </p:grpSpPr>
        <p:sp>
          <p:nvSpPr>
            <p:cNvPr id="15" name="Google Shape;15;p1"/>
            <p:cNvSpPr/>
            <p:nvPr/>
          </p:nvSpPr>
          <p:spPr>
            <a:xfrm>
              <a:off x="0" y="0"/>
              <a:ext cx="516600" cy="2354700"/>
            </a:xfrm>
            <a:prstGeom prst="rect">
              <a:avLst/>
            </a:prstGeom>
            <a:solidFill>
              <a:srgbClr val="A0FF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sp>
          <p:nvSpPr>
            <p:cNvPr id="16" name="Google Shape;16;p1"/>
            <p:cNvSpPr/>
            <p:nvPr/>
          </p:nvSpPr>
          <p:spPr>
            <a:xfrm rot="-5400000">
              <a:off x="919050" y="-919050"/>
              <a:ext cx="516600" cy="2354700"/>
            </a:xfrm>
            <a:prstGeom prst="rect">
              <a:avLst/>
            </a:prstGeom>
            <a:solidFill>
              <a:srgbClr val="A0FF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pic>
        <p:nvPicPr>
          <p:cNvPr id="17" name="Google Shape;17;p1"/>
          <p:cNvPicPr preferRelativeResize="0"/>
          <p:nvPr/>
        </p:nvPicPr>
        <p:blipFill>
          <a:blip r:embed="rId17">
            <a:alphaModFix/>
          </a:blip>
          <a:stretch>
            <a:fillRect/>
          </a:stretch>
        </p:blipFill>
        <p:spPr>
          <a:xfrm>
            <a:off x="17113500" y="313498"/>
            <a:ext cx="2529976" cy="4225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 id="2147483662" r:id="rId12"/>
    <p:sldLayoutId id="2147483663" r:id="rId13"/>
    <p:sldLayoutId id="2147483664" r:id="rId14"/>
    <p:sldLayoutId id="214748366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microsoft.com/office/2007/relationships/hdphoto" Target="../media/hdphoto2.wdp"/></Relationships>
</file>

<file path=ppt/slides/_rels/slide5.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slide" Target="slide31.xml"/><Relationship Id="rId3" Type="http://schemas.openxmlformats.org/officeDocument/2006/relationships/image" Target="../media/image13.png"/><Relationship Id="rId7" Type="http://schemas.openxmlformats.org/officeDocument/2006/relationships/image" Target="../media/image17.png"/><Relationship Id="rId12" Type="http://schemas.microsoft.com/office/2007/relationships/hdphoto" Target="../media/hdphoto3.wdp"/><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15.png"/><Relationship Id="rId15" Type="http://schemas.openxmlformats.org/officeDocument/2006/relationships/slide" Target="slide33.xml"/><Relationship Id="rId10" Type="http://schemas.microsoft.com/office/2007/relationships/hdphoto" Target="../media/hdphoto1.wdp"/><Relationship Id="rId4" Type="http://schemas.openxmlformats.org/officeDocument/2006/relationships/image" Target="../media/image14.png"/><Relationship Id="rId9" Type="http://schemas.openxmlformats.org/officeDocument/2006/relationships/image" Target="../media/image10.png"/><Relationship Id="rId14" Type="http://schemas.openxmlformats.org/officeDocument/2006/relationships/slide" Target="slide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file:///C:/Users/asafyo/MicroconVision/Bombus%20-%20Documents/Projects/MS30%20-%20Micro%20Sting%20300/Software/Bundles/Bundle_06/QBee" TargetMode="External"/><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inter/P/DATA%20SHEET/F310.PDF" TargetMode="External"/><Relationship Id="rId11" Type="http://schemas.openxmlformats.org/officeDocument/2006/relationships/image" Target="../media/image8.png"/><Relationship Id="rId5" Type="http://schemas.openxmlformats.org/officeDocument/2006/relationships/slide" Target="slide15.xml"/><Relationship Id="rId10" Type="http://schemas.openxmlformats.org/officeDocument/2006/relationships/image" Target="../media/image18.jpeg"/><Relationship Id="rId4" Type="http://schemas.openxmlformats.org/officeDocument/2006/relationships/slide" Target="slide21.xml"/><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8.jpe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7" Type="http://schemas.microsoft.com/office/2007/relationships/hdphoto" Target="../media/hdphoto1.wdp"/><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9.pn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8.jpe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microsoft.com/office/2007/relationships/hdphoto" Target="../media/hdphoto4.wdp"/></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slide" Target="slide5.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slide" Target="slide5.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5.xml"/><Relationship Id="rId5" Type="http://schemas.openxmlformats.org/officeDocument/2006/relationships/slide" Target="slide5.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9"/>
          <p:cNvSpPr txBox="1">
            <a:spLocks noGrp="1"/>
          </p:cNvSpPr>
          <p:nvPr>
            <p:ph type="title"/>
          </p:nvPr>
        </p:nvSpPr>
        <p:spPr>
          <a:xfrm>
            <a:off x="1371600" y="6204062"/>
            <a:ext cx="17340300" cy="1563600"/>
          </a:xfrm>
          <a:prstGeom prst="rect">
            <a:avLst/>
          </a:prstGeom>
          <a:noFill/>
          <a:ln>
            <a:noFill/>
          </a:ln>
        </p:spPr>
        <p:txBody>
          <a:bodyPr spcFirstLastPara="1" wrap="square" lIns="91425" tIns="45700" rIns="91425" bIns="45700" anchor="b" anchorCtr="0">
            <a:noAutofit/>
          </a:bodyPr>
          <a:lstStyle/>
          <a:p>
            <a:pPr marL="0" lvl="0" indent="0" algn="ctr" rtl="0">
              <a:lnSpc>
                <a:spcPct val="110000"/>
              </a:lnSpc>
              <a:spcBef>
                <a:spcPts val="0"/>
              </a:spcBef>
              <a:spcAft>
                <a:spcPts val="0"/>
              </a:spcAft>
              <a:buClr>
                <a:schemeClr val="lt1"/>
              </a:buClr>
              <a:buSzPts val="6400"/>
              <a:buFont typeface="Arial"/>
              <a:buNone/>
            </a:pPr>
            <a:r>
              <a:rPr lang="en-US"/>
              <a:t>Integration Options</a:t>
            </a:r>
            <a:endParaRPr/>
          </a:p>
        </p:txBody>
      </p:sp>
      <p:grpSp>
        <p:nvGrpSpPr>
          <p:cNvPr id="119" name="Google Shape;119;p19"/>
          <p:cNvGrpSpPr/>
          <p:nvPr/>
        </p:nvGrpSpPr>
        <p:grpSpPr>
          <a:xfrm>
            <a:off x="4790125" y="4777925"/>
            <a:ext cx="10524701" cy="1753365"/>
            <a:chOff x="3023666" y="4483563"/>
            <a:chExt cx="14057301" cy="2341879"/>
          </a:xfrm>
        </p:grpSpPr>
        <p:sp>
          <p:nvSpPr>
            <p:cNvPr id="120" name="Google Shape;120;p19"/>
            <p:cNvSpPr/>
            <p:nvPr/>
          </p:nvSpPr>
          <p:spPr>
            <a:xfrm>
              <a:off x="5037521" y="5030255"/>
              <a:ext cx="291464" cy="1224914"/>
            </a:xfrm>
            <a:custGeom>
              <a:avLst/>
              <a:gdLst/>
              <a:ahLst/>
              <a:cxnLst/>
              <a:rect l="l" t="t" r="r" b="b"/>
              <a:pathLst>
                <a:path w="291464" h="1224914" extrusionOk="0">
                  <a:moveTo>
                    <a:pt x="291237" y="0"/>
                  </a:moveTo>
                  <a:lnTo>
                    <a:pt x="0" y="0"/>
                  </a:lnTo>
                  <a:lnTo>
                    <a:pt x="0" y="1224371"/>
                  </a:lnTo>
                  <a:lnTo>
                    <a:pt x="291237" y="1224371"/>
                  </a:lnTo>
                  <a:lnTo>
                    <a:pt x="29123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sp>
          <p:nvSpPr>
            <p:cNvPr id="121" name="Google Shape;121;p19"/>
            <p:cNvSpPr/>
            <p:nvPr/>
          </p:nvSpPr>
          <p:spPr>
            <a:xfrm>
              <a:off x="3023666" y="5030260"/>
              <a:ext cx="1765300" cy="1224914"/>
            </a:xfrm>
            <a:custGeom>
              <a:avLst/>
              <a:gdLst/>
              <a:ahLst/>
              <a:cxnLst/>
              <a:rect l="l" t="t" r="r" b="b"/>
              <a:pathLst>
                <a:path w="1765300" h="1224914" extrusionOk="0">
                  <a:moveTo>
                    <a:pt x="1764703" y="0"/>
                  </a:moveTo>
                  <a:lnTo>
                    <a:pt x="1249273" y="0"/>
                  </a:lnTo>
                  <a:lnTo>
                    <a:pt x="883297" y="935050"/>
                  </a:lnTo>
                  <a:lnTo>
                    <a:pt x="881380" y="935050"/>
                  </a:lnTo>
                  <a:lnTo>
                    <a:pt x="515416" y="0"/>
                  </a:lnTo>
                  <a:lnTo>
                    <a:pt x="0" y="0"/>
                  </a:lnTo>
                  <a:lnTo>
                    <a:pt x="0" y="1224381"/>
                  </a:lnTo>
                  <a:lnTo>
                    <a:pt x="291236" y="1224381"/>
                  </a:lnTo>
                  <a:lnTo>
                    <a:pt x="291236" y="289331"/>
                  </a:lnTo>
                  <a:lnTo>
                    <a:pt x="318058" y="289331"/>
                  </a:lnTo>
                  <a:lnTo>
                    <a:pt x="684034" y="1224381"/>
                  </a:lnTo>
                  <a:lnTo>
                    <a:pt x="1080655" y="1224381"/>
                  </a:lnTo>
                  <a:lnTo>
                    <a:pt x="1446618" y="289331"/>
                  </a:lnTo>
                  <a:lnTo>
                    <a:pt x="1473466" y="289331"/>
                  </a:lnTo>
                  <a:lnTo>
                    <a:pt x="1473466" y="1224381"/>
                  </a:lnTo>
                  <a:lnTo>
                    <a:pt x="1764703" y="1224381"/>
                  </a:lnTo>
                  <a:lnTo>
                    <a:pt x="1764703"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sp>
          <p:nvSpPr>
            <p:cNvPr id="122" name="Google Shape;122;p19"/>
            <p:cNvSpPr/>
            <p:nvPr/>
          </p:nvSpPr>
          <p:spPr>
            <a:xfrm>
              <a:off x="5523268" y="5030272"/>
              <a:ext cx="1699895" cy="1224914"/>
            </a:xfrm>
            <a:custGeom>
              <a:avLst/>
              <a:gdLst/>
              <a:ahLst/>
              <a:cxnLst/>
              <a:rect l="l" t="t" r="r" b="b"/>
              <a:pathLst>
                <a:path w="1699895" h="1224914" extrusionOk="0">
                  <a:moveTo>
                    <a:pt x="1699615" y="472859"/>
                  </a:moveTo>
                  <a:lnTo>
                    <a:pt x="1699552" y="82384"/>
                  </a:lnTo>
                  <a:lnTo>
                    <a:pt x="1675599" y="23952"/>
                  </a:lnTo>
                  <a:lnTo>
                    <a:pt x="1617167" y="0"/>
                  </a:lnTo>
                  <a:lnTo>
                    <a:pt x="611225" y="0"/>
                  </a:lnTo>
                  <a:lnTo>
                    <a:pt x="563753" y="1854"/>
                  </a:lnTo>
                  <a:lnTo>
                    <a:pt x="517220" y="7315"/>
                  </a:lnTo>
                  <a:lnTo>
                    <a:pt x="471792" y="16256"/>
                  </a:lnTo>
                  <a:lnTo>
                    <a:pt x="427583" y="28536"/>
                  </a:lnTo>
                  <a:lnTo>
                    <a:pt x="384733" y="44005"/>
                  </a:lnTo>
                  <a:lnTo>
                    <a:pt x="343408" y="62522"/>
                  </a:lnTo>
                  <a:lnTo>
                    <a:pt x="303733" y="83947"/>
                  </a:lnTo>
                  <a:lnTo>
                    <a:pt x="265836" y="108153"/>
                  </a:lnTo>
                  <a:lnTo>
                    <a:pt x="229882" y="134988"/>
                  </a:lnTo>
                  <a:lnTo>
                    <a:pt x="195999" y="164312"/>
                  </a:lnTo>
                  <a:lnTo>
                    <a:pt x="164312" y="195999"/>
                  </a:lnTo>
                  <a:lnTo>
                    <a:pt x="134988" y="229882"/>
                  </a:lnTo>
                  <a:lnTo>
                    <a:pt x="108153" y="265836"/>
                  </a:lnTo>
                  <a:lnTo>
                    <a:pt x="83947" y="303733"/>
                  </a:lnTo>
                  <a:lnTo>
                    <a:pt x="62522" y="343408"/>
                  </a:lnTo>
                  <a:lnTo>
                    <a:pt x="43992" y="384733"/>
                  </a:lnTo>
                  <a:lnTo>
                    <a:pt x="28536" y="427583"/>
                  </a:lnTo>
                  <a:lnTo>
                    <a:pt x="16256" y="471779"/>
                  </a:lnTo>
                  <a:lnTo>
                    <a:pt x="7315" y="517220"/>
                  </a:lnTo>
                  <a:lnTo>
                    <a:pt x="1854" y="563740"/>
                  </a:lnTo>
                  <a:lnTo>
                    <a:pt x="0" y="611212"/>
                  </a:lnTo>
                  <a:lnTo>
                    <a:pt x="1854" y="658698"/>
                  </a:lnTo>
                  <a:lnTo>
                    <a:pt x="7315" y="705269"/>
                  </a:lnTo>
                  <a:lnTo>
                    <a:pt x="16256" y="750760"/>
                  </a:lnTo>
                  <a:lnTo>
                    <a:pt x="28536" y="795045"/>
                  </a:lnTo>
                  <a:lnTo>
                    <a:pt x="43992" y="837971"/>
                  </a:lnTo>
                  <a:lnTo>
                    <a:pt x="62522" y="879411"/>
                  </a:lnTo>
                  <a:lnTo>
                    <a:pt x="83947" y="919200"/>
                  </a:lnTo>
                  <a:lnTo>
                    <a:pt x="108153" y="957224"/>
                  </a:lnTo>
                  <a:lnTo>
                    <a:pt x="134988" y="993317"/>
                  </a:lnTo>
                  <a:lnTo>
                    <a:pt x="164312" y="1027341"/>
                  </a:lnTo>
                  <a:lnTo>
                    <a:pt x="195999" y="1059154"/>
                  </a:lnTo>
                  <a:lnTo>
                    <a:pt x="229882" y="1088618"/>
                  </a:lnTo>
                  <a:lnTo>
                    <a:pt x="265836" y="1115580"/>
                  </a:lnTo>
                  <a:lnTo>
                    <a:pt x="303733" y="1139913"/>
                  </a:lnTo>
                  <a:lnTo>
                    <a:pt x="343408" y="1161453"/>
                  </a:lnTo>
                  <a:lnTo>
                    <a:pt x="384733" y="1180084"/>
                  </a:lnTo>
                  <a:lnTo>
                    <a:pt x="427583" y="1195641"/>
                  </a:lnTo>
                  <a:lnTo>
                    <a:pt x="471792" y="1207998"/>
                  </a:lnTo>
                  <a:lnTo>
                    <a:pt x="517220" y="1216990"/>
                  </a:lnTo>
                  <a:lnTo>
                    <a:pt x="563753" y="1222489"/>
                  </a:lnTo>
                  <a:lnTo>
                    <a:pt x="611225" y="1224356"/>
                  </a:lnTo>
                  <a:lnTo>
                    <a:pt x="1617167" y="1224356"/>
                  </a:lnTo>
                  <a:lnTo>
                    <a:pt x="1675599" y="1199692"/>
                  </a:lnTo>
                  <a:lnTo>
                    <a:pt x="1699552" y="1141971"/>
                  </a:lnTo>
                  <a:lnTo>
                    <a:pt x="1699615" y="759040"/>
                  </a:lnTo>
                  <a:lnTo>
                    <a:pt x="1419745" y="759040"/>
                  </a:lnTo>
                  <a:lnTo>
                    <a:pt x="1419745" y="938631"/>
                  </a:lnTo>
                  <a:lnTo>
                    <a:pt x="1287741" y="938631"/>
                  </a:lnTo>
                  <a:lnTo>
                    <a:pt x="1287741" y="934300"/>
                  </a:lnTo>
                  <a:lnTo>
                    <a:pt x="1270673" y="934300"/>
                  </a:lnTo>
                  <a:lnTo>
                    <a:pt x="1270673" y="933119"/>
                  </a:lnTo>
                  <a:lnTo>
                    <a:pt x="613143" y="933119"/>
                  </a:lnTo>
                  <a:lnTo>
                    <a:pt x="565912" y="929601"/>
                  </a:lnTo>
                  <a:lnTo>
                    <a:pt x="520712" y="919365"/>
                  </a:lnTo>
                  <a:lnTo>
                    <a:pt x="478078" y="902957"/>
                  </a:lnTo>
                  <a:lnTo>
                    <a:pt x="438518" y="880884"/>
                  </a:lnTo>
                  <a:lnTo>
                    <a:pt x="402551" y="853655"/>
                  </a:lnTo>
                  <a:lnTo>
                    <a:pt x="370700" y="821804"/>
                  </a:lnTo>
                  <a:lnTo>
                    <a:pt x="343484" y="785837"/>
                  </a:lnTo>
                  <a:lnTo>
                    <a:pt x="321398" y="746277"/>
                  </a:lnTo>
                  <a:lnTo>
                    <a:pt x="304990" y="703643"/>
                  </a:lnTo>
                  <a:lnTo>
                    <a:pt x="294767" y="658444"/>
                  </a:lnTo>
                  <a:lnTo>
                    <a:pt x="291249" y="611212"/>
                  </a:lnTo>
                  <a:lnTo>
                    <a:pt x="294767" y="563994"/>
                  </a:lnTo>
                  <a:lnTo>
                    <a:pt x="304990" y="518795"/>
                  </a:lnTo>
                  <a:lnTo>
                    <a:pt x="321398" y="476173"/>
                  </a:lnTo>
                  <a:lnTo>
                    <a:pt x="343484" y="436613"/>
                  </a:lnTo>
                  <a:lnTo>
                    <a:pt x="370700" y="400646"/>
                  </a:lnTo>
                  <a:lnTo>
                    <a:pt x="402551" y="368782"/>
                  </a:lnTo>
                  <a:lnTo>
                    <a:pt x="438518" y="341566"/>
                  </a:lnTo>
                  <a:lnTo>
                    <a:pt x="478078" y="319481"/>
                  </a:lnTo>
                  <a:lnTo>
                    <a:pt x="520712" y="303072"/>
                  </a:lnTo>
                  <a:lnTo>
                    <a:pt x="565912" y="292849"/>
                  </a:lnTo>
                  <a:lnTo>
                    <a:pt x="613143" y="289318"/>
                  </a:lnTo>
                  <a:lnTo>
                    <a:pt x="1270673" y="289318"/>
                  </a:lnTo>
                  <a:lnTo>
                    <a:pt x="1270673" y="288937"/>
                  </a:lnTo>
                  <a:lnTo>
                    <a:pt x="1419745" y="288937"/>
                  </a:lnTo>
                  <a:lnTo>
                    <a:pt x="1419745" y="472859"/>
                  </a:lnTo>
                  <a:lnTo>
                    <a:pt x="1699615" y="472859"/>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sp>
          <p:nvSpPr>
            <p:cNvPr id="123" name="Google Shape;123;p19"/>
            <p:cNvSpPr/>
            <p:nvPr/>
          </p:nvSpPr>
          <p:spPr>
            <a:xfrm>
              <a:off x="7446124" y="5030272"/>
              <a:ext cx="1624965" cy="1224914"/>
            </a:xfrm>
            <a:custGeom>
              <a:avLst/>
              <a:gdLst/>
              <a:ahLst/>
              <a:cxnLst/>
              <a:rect l="l" t="t" r="r" b="b"/>
              <a:pathLst>
                <a:path w="1624965" h="1224914" extrusionOk="0">
                  <a:moveTo>
                    <a:pt x="1624825" y="383209"/>
                  </a:moveTo>
                  <a:lnTo>
                    <a:pt x="1621993" y="336435"/>
                  </a:lnTo>
                  <a:lnTo>
                    <a:pt x="1613763" y="291236"/>
                  </a:lnTo>
                  <a:lnTo>
                    <a:pt x="1600365" y="247421"/>
                  </a:lnTo>
                  <a:lnTo>
                    <a:pt x="1582254" y="205994"/>
                  </a:lnTo>
                  <a:lnTo>
                    <a:pt x="1559737" y="167170"/>
                  </a:lnTo>
                  <a:lnTo>
                    <a:pt x="1533182" y="131356"/>
                  </a:lnTo>
                  <a:lnTo>
                    <a:pt x="1502905" y="98983"/>
                  </a:lnTo>
                  <a:lnTo>
                    <a:pt x="1469263" y="70459"/>
                  </a:lnTo>
                  <a:lnTo>
                    <a:pt x="1432598" y="46202"/>
                  </a:lnTo>
                  <a:lnTo>
                    <a:pt x="1393266" y="26606"/>
                  </a:lnTo>
                  <a:lnTo>
                    <a:pt x="1351610" y="12090"/>
                  </a:lnTo>
                  <a:lnTo>
                    <a:pt x="1335481" y="8775"/>
                  </a:lnTo>
                  <a:lnTo>
                    <a:pt x="1335481" y="383209"/>
                  </a:lnTo>
                  <a:lnTo>
                    <a:pt x="1329766" y="414261"/>
                  </a:lnTo>
                  <a:lnTo>
                    <a:pt x="1314170" y="443331"/>
                  </a:lnTo>
                  <a:lnTo>
                    <a:pt x="1291031" y="464858"/>
                  </a:lnTo>
                  <a:lnTo>
                    <a:pt x="1262392" y="473354"/>
                  </a:lnTo>
                  <a:lnTo>
                    <a:pt x="291236" y="473354"/>
                  </a:lnTo>
                  <a:lnTo>
                    <a:pt x="291236" y="291236"/>
                  </a:lnTo>
                  <a:lnTo>
                    <a:pt x="1262684" y="291236"/>
                  </a:lnTo>
                  <a:lnTo>
                    <a:pt x="1291031" y="299948"/>
                  </a:lnTo>
                  <a:lnTo>
                    <a:pt x="1314170" y="322135"/>
                  </a:lnTo>
                  <a:lnTo>
                    <a:pt x="1329766" y="351866"/>
                  </a:lnTo>
                  <a:lnTo>
                    <a:pt x="1335481" y="383209"/>
                  </a:lnTo>
                  <a:lnTo>
                    <a:pt x="1335481" y="8775"/>
                  </a:lnTo>
                  <a:lnTo>
                    <a:pt x="1307960" y="3086"/>
                  </a:lnTo>
                  <a:lnTo>
                    <a:pt x="1262684" y="0"/>
                  </a:lnTo>
                  <a:lnTo>
                    <a:pt x="326034" y="0"/>
                  </a:lnTo>
                  <a:lnTo>
                    <a:pt x="326034" y="288925"/>
                  </a:lnTo>
                  <a:lnTo>
                    <a:pt x="0" y="288925"/>
                  </a:lnTo>
                  <a:lnTo>
                    <a:pt x="0" y="1224368"/>
                  </a:lnTo>
                  <a:lnTo>
                    <a:pt x="291236" y="1224368"/>
                  </a:lnTo>
                  <a:lnTo>
                    <a:pt x="291236" y="764501"/>
                  </a:lnTo>
                  <a:lnTo>
                    <a:pt x="835393" y="764501"/>
                  </a:lnTo>
                  <a:lnTo>
                    <a:pt x="1237780" y="1224368"/>
                  </a:lnTo>
                  <a:lnTo>
                    <a:pt x="1624825" y="1224368"/>
                  </a:lnTo>
                  <a:lnTo>
                    <a:pt x="1222438" y="764501"/>
                  </a:lnTo>
                  <a:lnTo>
                    <a:pt x="1262684" y="764501"/>
                  </a:lnTo>
                  <a:lnTo>
                    <a:pt x="1307960" y="761352"/>
                  </a:lnTo>
                  <a:lnTo>
                    <a:pt x="1351610" y="752182"/>
                  </a:lnTo>
                  <a:lnTo>
                    <a:pt x="1393266" y="737450"/>
                  </a:lnTo>
                  <a:lnTo>
                    <a:pt x="1432598" y="717600"/>
                  </a:lnTo>
                  <a:lnTo>
                    <a:pt x="1469263" y="693102"/>
                  </a:lnTo>
                  <a:lnTo>
                    <a:pt x="1502905" y="664387"/>
                  </a:lnTo>
                  <a:lnTo>
                    <a:pt x="1533182" y="631901"/>
                  </a:lnTo>
                  <a:lnTo>
                    <a:pt x="1559737" y="596112"/>
                  </a:lnTo>
                  <a:lnTo>
                    <a:pt x="1582254" y="557453"/>
                  </a:lnTo>
                  <a:lnTo>
                    <a:pt x="1600365" y="516382"/>
                  </a:lnTo>
                  <a:lnTo>
                    <a:pt x="1613725" y="473354"/>
                  </a:lnTo>
                  <a:lnTo>
                    <a:pt x="1621993" y="428815"/>
                  </a:lnTo>
                  <a:lnTo>
                    <a:pt x="1624825" y="383209"/>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sp>
          <p:nvSpPr>
            <p:cNvPr id="124" name="Google Shape;124;p19"/>
            <p:cNvSpPr/>
            <p:nvPr/>
          </p:nvSpPr>
          <p:spPr>
            <a:xfrm>
              <a:off x="9252560" y="5030272"/>
              <a:ext cx="1707515" cy="1224914"/>
            </a:xfrm>
            <a:custGeom>
              <a:avLst/>
              <a:gdLst/>
              <a:ahLst/>
              <a:cxnLst/>
              <a:rect l="l" t="t" r="r" b="b"/>
              <a:pathLst>
                <a:path w="1707515" h="1224914" extrusionOk="0">
                  <a:moveTo>
                    <a:pt x="1707222" y="611212"/>
                  </a:moveTo>
                  <a:lnTo>
                    <a:pt x="1705381" y="563994"/>
                  </a:lnTo>
                  <a:lnTo>
                    <a:pt x="1699907" y="517220"/>
                  </a:lnTo>
                  <a:lnTo>
                    <a:pt x="1690966" y="471779"/>
                  </a:lnTo>
                  <a:lnTo>
                    <a:pt x="1678686" y="427583"/>
                  </a:lnTo>
                  <a:lnTo>
                    <a:pt x="1663217" y="384733"/>
                  </a:lnTo>
                  <a:lnTo>
                    <a:pt x="1644700" y="343408"/>
                  </a:lnTo>
                  <a:lnTo>
                    <a:pt x="1623275" y="303733"/>
                  </a:lnTo>
                  <a:lnTo>
                    <a:pt x="1614068" y="289318"/>
                  </a:lnTo>
                  <a:lnTo>
                    <a:pt x="1599069" y="265836"/>
                  </a:lnTo>
                  <a:lnTo>
                    <a:pt x="1572234" y="229882"/>
                  </a:lnTo>
                  <a:lnTo>
                    <a:pt x="1542910" y="195999"/>
                  </a:lnTo>
                  <a:lnTo>
                    <a:pt x="1511223" y="164312"/>
                  </a:lnTo>
                  <a:lnTo>
                    <a:pt x="1477340" y="134988"/>
                  </a:lnTo>
                  <a:lnTo>
                    <a:pt x="1441373" y="108153"/>
                  </a:lnTo>
                  <a:lnTo>
                    <a:pt x="1415986" y="91935"/>
                  </a:lnTo>
                  <a:lnTo>
                    <a:pt x="1415986" y="611212"/>
                  </a:lnTo>
                  <a:lnTo>
                    <a:pt x="1412455" y="658444"/>
                  </a:lnTo>
                  <a:lnTo>
                    <a:pt x="1402232" y="703643"/>
                  </a:lnTo>
                  <a:lnTo>
                    <a:pt x="1385824" y="746277"/>
                  </a:lnTo>
                  <a:lnTo>
                    <a:pt x="1363738" y="785837"/>
                  </a:lnTo>
                  <a:lnTo>
                    <a:pt x="1336522" y="821804"/>
                  </a:lnTo>
                  <a:lnTo>
                    <a:pt x="1304658" y="853655"/>
                  </a:lnTo>
                  <a:lnTo>
                    <a:pt x="1268691" y="880884"/>
                  </a:lnTo>
                  <a:lnTo>
                    <a:pt x="1229131" y="902957"/>
                  </a:lnTo>
                  <a:lnTo>
                    <a:pt x="1186497" y="919365"/>
                  </a:lnTo>
                  <a:lnTo>
                    <a:pt x="1141310" y="929601"/>
                  </a:lnTo>
                  <a:lnTo>
                    <a:pt x="1094079" y="933119"/>
                  </a:lnTo>
                  <a:lnTo>
                    <a:pt x="613143" y="933119"/>
                  </a:lnTo>
                  <a:lnTo>
                    <a:pt x="565912" y="929601"/>
                  </a:lnTo>
                  <a:lnTo>
                    <a:pt x="520712" y="919365"/>
                  </a:lnTo>
                  <a:lnTo>
                    <a:pt x="478078" y="902957"/>
                  </a:lnTo>
                  <a:lnTo>
                    <a:pt x="438518" y="880884"/>
                  </a:lnTo>
                  <a:lnTo>
                    <a:pt x="402564" y="853655"/>
                  </a:lnTo>
                  <a:lnTo>
                    <a:pt x="370700" y="821804"/>
                  </a:lnTo>
                  <a:lnTo>
                    <a:pt x="343484" y="785837"/>
                  </a:lnTo>
                  <a:lnTo>
                    <a:pt x="321398" y="746277"/>
                  </a:lnTo>
                  <a:lnTo>
                    <a:pt x="304990" y="703643"/>
                  </a:lnTo>
                  <a:lnTo>
                    <a:pt x="294830" y="658698"/>
                  </a:lnTo>
                  <a:lnTo>
                    <a:pt x="294767" y="658444"/>
                  </a:lnTo>
                  <a:lnTo>
                    <a:pt x="291249" y="611212"/>
                  </a:lnTo>
                  <a:lnTo>
                    <a:pt x="294767" y="563994"/>
                  </a:lnTo>
                  <a:lnTo>
                    <a:pt x="304990" y="518795"/>
                  </a:lnTo>
                  <a:lnTo>
                    <a:pt x="321398" y="476173"/>
                  </a:lnTo>
                  <a:lnTo>
                    <a:pt x="343484" y="436613"/>
                  </a:lnTo>
                  <a:lnTo>
                    <a:pt x="370700" y="400646"/>
                  </a:lnTo>
                  <a:lnTo>
                    <a:pt x="402564" y="368782"/>
                  </a:lnTo>
                  <a:lnTo>
                    <a:pt x="438518" y="341566"/>
                  </a:lnTo>
                  <a:lnTo>
                    <a:pt x="478078" y="319481"/>
                  </a:lnTo>
                  <a:lnTo>
                    <a:pt x="520712" y="303072"/>
                  </a:lnTo>
                  <a:lnTo>
                    <a:pt x="565912" y="292849"/>
                  </a:lnTo>
                  <a:lnTo>
                    <a:pt x="613143" y="289318"/>
                  </a:lnTo>
                  <a:lnTo>
                    <a:pt x="1094079" y="289318"/>
                  </a:lnTo>
                  <a:lnTo>
                    <a:pt x="1141310" y="292849"/>
                  </a:lnTo>
                  <a:lnTo>
                    <a:pt x="1186497" y="303072"/>
                  </a:lnTo>
                  <a:lnTo>
                    <a:pt x="1229131" y="319481"/>
                  </a:lnTo>
                  <a:lnTo>
                    <a:pt x="1268691" y="341566"/>
                  </a:lnTo>
                  <a:lnTo>
                    <a:pt x="1304658" y="368782"/>
                  </a:lnTo>
                  <a:lnTo>
                    <a:pt x="1336522" y="400646"/>
                  </a:lnTo>
                  <a:lnTo>
                    <a:pt x="1363738" y="436613"/>
                  </a:lnTo>
                  <a:lnTo>
                    <a:pt x="1385824" y="476173"/>
                  </a:lnTo>
                  <a:lnTo>
                    <a:pt x="1402232" y="518795"/>
                  </a:lnTo>
                  <a:lnTo>
                    <a:pt x="1412405" y="563740"/>
                  </a:lnTo>
                  <a:lnTo>
                    <a:pt x="1415986" y="611212"/>
                  </a:lnTo>
                  <a:lnTo>
                    <a:pt x="1415986" y="91935"/>
                  </a:lnTo>
                  <a:lnTo>
                    <a:pt x="1363802" y="62522"/>
                  </a:lnTo>
                  <a:lnTo>
                    <a:pt x="1322476" y="44005"/>
                  </a:lnTo>
                  <a:lnTo>
                    <a:pt x="1279639" y="28536"/>
                  </a:lnTo>
                  <a:lnTo>
                    <a:pt x="1235430" y="16256"/>
                  </a:lnTo>
                  <a:lnTo>
                    <a:pt x="1189990" y="7315"/>
                  </a:lnTo>
                  <a:lnTo>
                    <a:pt x="1143469" y="1854"/>
                  </a:lnTo>
                  <a:lnTo>
                    <a:pt x="1095997" y="0"/>
                  </a:lnTo>
                  <a:lnTo>
                    <a:pt x="611225" y="0"/>
                  </a:lnTo>
                  <a:lnTo>
                    <a:pt x="563753" y="1854"/>
                  </a:lnTo>
                  <a:lnTo>
                    <a:pt x="517220" y="7315"/>
                  </a:lnTo>
                  <a:lnTo>
                    <a:pt x="471792" y="16256"/>
                  </a:lnTo>
                  <a:lnTo>
                    <a:pt x="427583" y="28536"/>
                  </a:lnTo>
                  <a:lnTo>
                    <a:pt x="384746" y="44005"/>
                  </a:lnTo>
                  <a:lnTo>
                    <a:pt x="343408" y="62522"/>
                  </a:lnTo>
                  <a:lnTo>
                    <a:pt x="303733" y="83947"/>
                  </a:lnTo>
                  <a:lnTo>
                    <a:pt x="265836" y="108153"/>
                  </a:lnTo>
                  <a:lnTo>
                    <a:pt x="229882" y="134988"/>
                  </a:lnTo>
                  <a:lnTo>
                    <a:pt x="195999" y="164312"/>
                  </a:lnTo>
                  <a:lnTo>
                    <a:pt x="164312" y="195999"/>
                  </a:lnTo>
                  <a:lnTo>
                    <a:pt x="134988" y="229882"/>
                  </a:lnTo>
                  <a:lnTo>
                    <a:pt x="108153" y="265836"/>
                  </a:lnTo>
                  <a:lnTo>
                    <a:pt x="83947" y="303733"/>
                  </a:lnTo>
                  <a:lnTo>
                    <a:pt x="62522" y="343408"/>
                  </a:lnTo>
                  <a:lnTo>
                    <a:pt x="44005" y="384733"/>
                  </a:lnTo>
                  <a:lnTo>
                    <a:pt x="28536" y="427583"/>
                  </a:lnTo>
                  <a:lnTo>
                    <a:pt x="16256" y="471779"/>
                  </a:lnTo>
                  <a:lnTo>
                    <a:pt x="7315" y="517220"/>
                  </a:lnTo>
                  <a:lnTo>
                    <a:pt x="1854" y="563740"/>
                  </a:lnTo>
                  <a:lnTo>
                    <a:pt x="0" y="611212"/>
                  </a:lnTo>
                  <a:lnTo>
                    <a:pt x="1841" y="658444"/>
                  </a:lnTo>
                  <a:lnTo>
                    <a:pt x="7315" y="705269"/>
                  </a:lnTo>
                  <a:lnTo>
                    <a:pt x="16256" y="750760"/>
                  </a:lnTo>
                  <a:lnTo>
                    <a:pt x="28536" y="795045"/>
                  </a:lnTo>
                  <a:lnTo>
                    <a:pt x="44005" y="837971"/>
                  </a:lnTo>
                  <a:lnTo>
                    <a:pt x="62522" y="879411"/>
                  </a:lnTo>
                  <a:lnTo>
                    <a:pt x="83947" y="919200"/>
                  </a:lnTo>
                  <a:lnTo>
                    <a:pt x="108153" y="957224"/>
                  </a:lnTo>
                  <a:lnTo>
                    <a:pt x="134988" y="993317"/>
                  </a:lnTo>
                  <a:lnTo>
                    <a:pt x="164312" y="1027341"/>
                  </a:lnTo>
                  <a:lnTo>
                    <a:pt x="195999" y="1059154"/>
                  </a:lnTo>
                  <a:lnTo>
                    <a:pt x="229882" y="1088618"/>
                  </a:lnTo>
                  <a:lnTo>
                    <a:pt x="265836" y="1115580"/>
                  </a:lnTo>
                  <a:lnTo>
                    <a:pt x="303733" y="1139913"/>
                  </a:lnTo>
                  <a:lnTo>
                    <a:pt x="343408" y="1161453"/>
                  </a:lnTo>
                  <a:lnTo>
                    <a:pt x="384746" y="1180084"/>
                  </a:lnTo>
                  <a:lnTo>
                    <a:pt x="427583" y="1195641"/>
                  </a:lnTo>
                  <a:lnTo>
                    <a:pt x="471792" y="1207998"/>
                  </a:lnTo>
                  <a:lnTo>
                    <a:pt x="517220" y="1216990"/>
                  </a:lnTo>
                  <a:lnTo>
                    <a:pt x="563753" y="1222489"/>
                  </a:lnTo>
                  <a:lnTo>
                    <a:pt x="611225" y="1224356"/>
                  </a:lnTo>
                  <a:lnTo>
                    <a:pt x="1095997" y="1224356"/>
                  </a:lnTo>
                  <a:lnTo>
                    <a:pt x="1143469" y="1222489"/>
                  </a:lnTo>
                  <a:lnTo>
                    <a:pt x="1189990" y="1216990"/>
                  </a:lnTo>
                  <a:lnTo>
                    <a:pt x="1235430" y="1207998"/>
                  </a:lnTo>
                  <a:lnTo>
                    <a:pt x="1279639" y="1195641"/>
                  </a:lnTo>
                  <a:lnTo>
                    <a:pt x="1322476" y="1180084"/>
                  </a:lnTo>
                  <a:lnTo>
                    <a:pt x="1363802" y="1161453"/>
                  </a:lnTo>
                  <a:lnTo>
                    <a:pt x="1403489" y="1139913"/>
                  </a:lnTo>
                  <a:lnTo>
                    <a:pt x="1441373" y="1115580"/>
                  </a:lnTo>
                  <a:lnTo>
                    <a:pt x="1477340" y="1088618"/>
                  </a:lnTo>
                  <a:lnTo>
                    <a:pt x="1511223" y="1059154"/>
                  </a:lnTo>
                  <a:lnTo>
                    <a:pt x="1542910" y="1027341"/>
                  </a:lnTo>
                  <a:lnTo>
                    <a:pt x="1572234" y="993317"/>
                  </a:lnTo>
                  <a:lnTo>
                    <a:pt x="1599069" y="957224"/>
                  </a:lnTo>
                  <a:lnTo>
                    <a:pt x="1623161" y="919365"/>
                  </a:lnTo>
                  <a:lnTo>
                    <a:pt x="1623275" y="919200"/>
                  </a:lnTo>
                  <a:lnTo>
                    <a:pt x="1644700" y="879411"/>
                  </a:lnTo>
                  <a:lnTo>
                    <a:pt x="1663217" y="837971"/>
                  </a:lnTo>
                  <a:lnTo>
                    <a:pt x="1678686" y="795045"/>
                  </a:lnTo>
                  <a:lnTo>
                    <a:pt x="1690966" y="750760"/>
                  </a:lnTo>
                  <a:lnTo>
                    <a:pt x="1699907" y="705269"/>
                  </a:lnTo>
                  <a:lnTo>
                    <a:pt x="1705368" y="658698"/>
                  </a:lnTo>
                  <a:lnTo>
                    <a:pt x="1707222" y="611212"/>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sp>
          <p:nvSpPr>
            <p:cNvPr id="125" name="Google Shape;125;p19"/>
            <p:cNvSpPr/>
            <p:nvPr/>
          </p:nvSpPr>
          <p:spPr>
            <a:xfrm>
              <a:off x="11118901" y="5030272"/>
              <a:ext cx="1703070" cy="1224914"/>
            </a:xfrm>
            <a:custGeom>
              <a:avLst/>
              <a:gdLst/>
              <a:ahLst/>
              <a:cxnLst/>
              <a:rect l="l" t="t" r="r" b="b"/>
              <a:pathLst>
                <a:path w="1703070" h="1224914" extrusionOk="0">
                  <a:moveTo>
                    <a:pt x="1702854" y="148310"/>
                  </a:moveTo>
                  <a:lnTo>
                    <a:pt x="1699552" y="148310"/>
                  </a:lnTo>
                  <a:lnTo>
                    <a:pt x="1699552" y="82384"/>
                  </a:lnTo>
                  <a:lnTo>
                    <a:pt x="1693151" y="50114"/>
                  </a:lnTo>
                  <a:lnTo>
                    <a:pt x="1675599" y="23952"/>
                  </a:lnTo>
                  <a:lnTo>
                    <a:pt x="1649425" y="6400"/>
                  </a:lnTo>
                  <a:lnTo>
                    <a:pt x="1617154" y="0"/>
                  </a:lnTo>
                  <a:lnTo>
                    <a:pt x="611225" y="0"/>
                  </a:lnTo>
                  <a:lnTo>
                    <a:pt x="563753" y="1854"/>
                  </a:lnTo>
                  <a:lnTo>
                    <a:pt x="517220" y="7315"/>
                  </a:lnTo>
                  <a:lnTo>
                    <a:pt x="471792" y="16256"/>
                  </a:lnTo>
                  <a:lnTo>
                    <a:pt x="427583" y="28536"/>
                  </a:lnTo>
                  <a:lnTo>
                    <a:pt x="384746" y="44005"/>
                  </a:lnTo>
                  <a:lnTo>
                    <a:pt x="343408" y="62522"/>
                  </a:lnTo>
                  <a:lnTo>
                    <a:pt x="303733" y="83947"/>
                  </a:lnTo>
                  <a:lnTo>
                    <a:pt x="265836" y="108153"/>
                  </a:lnTo>
                  <a:lnTo>
                    <a:pt x="229882" y="134988"/>
                  </a:lnTo>
                  <a:lnTo>
                    <a:pt x="195999" y="164312"/>
                  </a:lnTo>
                  <a:lnTo>
                    <a:pt x="164312" y="195999"/>
                  </a:lnTo>
                  <a:lnTo>
                    <a:pt x="134988" y="229882"/>
                  </a:lnTo>
                  <a:lnTo>
                    <a:pt x="108153" y="265836"/>
                  </a:lnTo>
                  <a:lnTo>
                    <a:pt x="83947" y="303733"/>
                  </a:lnTo>
                  <a:lnTo>
                    <a:pt x="62522" y="343408"/>
                  </a:lnTo>
                  <a:lnTo>
                    <a:pt x="44005" y="384733"/>
                  </a:lnTo>
                  <a:lnTo>
                    <a:pt x="28536" y="427583"/>
                  </a:lnTo>
                  <a:lnTo>
                    <a:pt x="16256" y="471779"/>
                  </a:lnTo>
                  <a:lnTo>
                    <a:pt x="7315" y="517220"/>
                  </a:lnTo>
                  <a:lnTo>
                    <a:pt x="1854" y="563740"/>
                  </a:lnTo>
                  <a:lnTo>
                    <a:pt x="0" y="611212"/>
                  </a:lnTo>
                  <a:lnTo>
                    <a:pt x="1854" y="658698"/>
                  </a:lnTo>
                  <a:lnTo>
                    <a:pt x="7315" y="705269"/>
                  </a:lnTo>
                  <a:lnTo>
                    <a:pt x="16256" y="750760"/>
                  </a:lnTo>
                  <a:lnTo>
                    <a:pt x="28536" y="795045"/>
                  </a:lnTo>
                  <a:lnTo>
                    <a:pt x="44005" y="837971"/>
                  </a:lnTo>
                  <a:lnTo>
                    <a:pt x="62522" y="879411"/>
                  </a:lnTo>
                  <a:lnTo>
                    <a:pt x="83947" y="919200"/>
                  </a:lnTo>
                  <a:lnTo>
                    <a:pt x="108153" y="957224"/>
                  </a:lnTo>
                  <a:lnTo>
                    <a:pt x="134988" y="993317"/>
                  </a:lnTo>
                  <a:lnTo>
                    <a:pt x="164312" y="1027341"/>
                  </a:lnTo>
                  <a:lnTo>
                    <a:pt x="195999" y="1059154"/>
                  </a:lnTo>
                  <a:lnTo>
                    <a:pt x="229882" y="1088618"/>
                  </a:lnTo>
                  <a:lnTo>
                    <a:pt x="265836" y="1115580"/>
                  </a:lnTo>
                  <a:lnTo>
                    <a:pt x="303733" y="1139913"/>
                  </a:lnTo>
                  <a:lnTo>
                    <a:pt x="343408" y="1161453"/>
                  </a:lnTo>
                  <a:lnTo>
                    <a:pt x="384746" y="1180084"/>
                  </a:lnTo>
                  <a:lnTo>
                    <a:pt x="427583" y="1195641"/>
                  </a:lnTo>
                  <a:lnTo>
                    <a:pt x="471792" y="1207998"/>
                  </a:lnTo>
                  <a:lnTo>
                    <a:pt x="517220" y="1216990"/>
                  </a:lnTo>
                  <a:lnTo>
                    <a:pt x="563753" y="1222489"/>
                  </a:lnTo>
                  <a:lnTo>
                    <a:pt x="611225" y="1224356"/>
                  </a:lnTo>
                  <a:lnTo>
                    <a:pt x="1617154" y="1224356"/>
                  </a:lnTo>
                  <a:lnTo>
                    <a:pt x="1649425" y="1217688"/>
                  </a:lnTo>
                  <a:lnTo>
                    <a:pt x="1675599" y="1199692"/>
                  </a:lnTo>
                  <a:lnTo>
                    <a:pt x="1693151" y="1173441"/>
                  </a:lnTo>
                  <a:lnTo>
                    <a:pt x="1699552" y="1141971"/>
                  </a:lnTo>
                  <a:lnTo>
                    <a:pt x="1699552" y="1054735"/>
                  </a:lnTo>
                  <a:lnTo>
                    <a:pt x="1702854" y="1054735"/>
                  </a:lnTo>
                  <a:lnTo>
                    <a:pt x="1702854" y="759040"/>
                  </a:lnTo>
                  <a:lnTo>
                    <a:pt x="1422984" y="759040"/>
                  </a:lnTo>
                  <a:lnTo>
                    <a:pt x="1422984" y="934300"/>
                  </a:lnTo>
                  <a:lnTo>
                    <a:pt x="1273911" y="934300"/>
                  </a:lnTo>
                  <a:lnTo>
                    <a:pt x="1273911" y="933119"/>
                  </a:lnTo>
                  <a:lnTo>
                    <a:pt x="613143" y="933119"/>
                  </a:lnTo>
                  <a:lnTo>
                    <a:pt x="565912" y="929601"/>
                  </a:lnTo>
                  <a:lnTo>
                    <a:pt x="520712" y="919365"/>
                  </a:lnTo>
                  <a:lnTo>
                    <a:pt x="478078" y="902957"/>
                  </a:lnTo>
                  <a:lnTo>
                    <a:pt x="438518" y="880884"/>
                  </a:lnTo>
                  <a:lnTo>
                    <a:pt x="402551" y="853655"/>
                  </a:lnTo>
                  <a:lnTo>
                    <a:pt x="370700" y="821804"/>
                  </a:lnTo>
                  <a:lnTo>
                    <a:pt x="343484" y="785837"/>
                  </a:lnTo>
                  <a:lnTo>
                    <a:pt x="321398" y="746277"/>
                  </a:lnTo>
                  <a:lnTo>
                    <a:pt x="304990" y="703643"/>
                  </a:lnTo>
                  <a:lnTo>
                    <a:pt x="294767" y="658444"/>
                  </a:lnTo>
                  <a:lnTo>
                    <a:pt x="291249" y="611212"/>
                  </a:lnTo>
                  <a:lnTo>
                    <a:pt x="294767" y="563994"/>
                  </a:lnTo>
                  <a:lnTo>
                    <a:pt x="304990" y="518795"/>
                  </a:lnTo>
                  <a:lnTo>
                    <a:pt x="321398" y="476173"/>
                  </a:lnTo>
                  <a:lnTo>
                    <a:pt x="343484" y="436613"/>
                  </a:lnTo>
                  <a:lnTo>
                    <a:pt x="370700" y="400646"/>
                  </a:lnTo>
                  <a:lnTo>
                    <a:pt x="402551" y="368782"/>
                  </a:lnTo>
                  <a:lnTo>
                    <a:pt x="438518" y="341566"/>
                  </a:lnTo>
                  <a:lnTo>
                    <a:pt x="478078" y="319481"/>
                  </a:lnTo>
                  <a:lnTo>
                    <a:pt x="520712" y="303072"/>
                  </a:lnTo>
                  <a:lnTo>
                    <a:pt x="565912" y="292849"/>
                  </a:lnTo>
                  <a:lnTo>
                    <a:pt x="613143" y="289318"/>
                  </a:lnTo>
                  <a:lnTo>
                    <a:pt x="1273911" y="289318"/>
                  </a:lnTo>
                  <a:lnTo>
                    <a:pt x="1273911" y="288937"/>
                  </a:lnTo>
                  <a:lnTo>
                    <a:pt x="1422984" y="288937"/>
                  </a:lnTo>
                  <a:lnTo>
                    <a:pt x="1422984" y="472859"/>
                  </a:lnTo>
                  <a:lnTo>
                    <a:pt x="1702854" y="472859"/>
                  </a:lnTo>
                  <a:lnTo>
                    <a:pt x="1702854" y="14831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sp>
          <p:nvSpPr>
            <p:cNvPr id="126" name="Google Shape;126;p19"/>
            <p:cNvSpPr/>
            <p:nvPr/>
          </p:nvSpPr>
          <p:spPr>
            <a:xfrm>
              <a:off x="15415362" y="5030272"/>
              <a:ext cx="1665605" cy="1224914"/>
            </a:xfrm>
            <a:custGeom>
              <a:avLst/>
              <a:gdLst/>
              <a:ahLst/>
              <a:cxnLst/>
              <a:rect l="l" t="t" r="r" b="b"/>
              <a:pathLst>
                <a:path w="1665605" h="1224914" extrusionOk="0">
                  <a:moveTo>
                    <a:pt x="1665058" y="0"/>
                  </a:moveTo>
                  <a:lnTo>
                    <a:pt x="1375740" y="0"/>
                  </a:lnTo>
                  <a:lnTo>
                    <a:pt x="1375740" y="833475"/>
                  </a:lnTo>
                  <a:lnTo>
                    <a:pt x="1367688" y="872794"/>
                  </a:lnTo>
                  <a:lnTo>
                    <a:pt x="1345806" y="905103"/>
                  </a:lnTo>
                  <a:lnTo>
                    <a:pt x="1313497" y="926998"/>
                  </a:lnTo>
                  <a:lnTo>
                    <a:pt x="1274191" y="935050"/>
                  </a:lnTo>
                  <a:lnTo>
                    <a:pt x="1248613" y="933069"/>
                  </a:lnTo>
                  <a:lnTo>
                    <a:pt x="1226273" y="926426"/>
                  </a:lnTo>
                  <a:lnTo>
                    <a:pt x="1206817" y="914019"/>
                  </a:lnTo>
                  <a:lnTo>
                    <a:pt x="1189875" y="894791"/>
                  </a:lnTo>
                  <a:lnTo>
                    <a:pt x="707021" y="162877"/>
                  </a:lnTo>
                  <a:lnTo>
                    <a:pt x="677494" y="123418"/>
                  </a:lnTo>
                  <a:lnTo>
                    <a:pt x="644969" y="89725"/>
                  </a:lnTo>
                  <a:lnTo>
                    <a:pt x="609523" y="61658"/>
                  </a:lnTo>
                  <a:lnTo>
                    <a:pt x="571233" y="39039"/>
                  </a:lnTo>
                  <a:lnTo>
                    <a:pt x="530148" y="21717"/>
                  </a:lnTo>
                  <a:lnTo>
                    <a:pt x="486346" y="9550"/>
                  </a:lnTo>
                  <a:lnTo>
                    <a:pt x="439902" y="2362"/>
                  </a:lnTo>
                  <a:lnTo>
                    <a:pt x="390867" y="0"/>
                  </a:lnTo>
                  <a:lnTo>
                    <a:pt x="342087" y="3060"/>
                  </a:lnTo>
                  <a:lnTo>
                    <a:pt x="295046" y="12014"/>
                  </a:lnTo>
                  <a:lnTo>
                    <a:pt x="250126" y="26466"/>
                  </a:lnTo>
                  <a:lnTo>
                    <a:pt x="207683" y="46050"/>
                  </a:lnTo>
                  <a:lnTo>
                    <a:pt x="168122" y="70370"/>
                  </a:lnTo>
                  <a:lnTo>
                    <a:pt x="131787" y="99085"/>
                  </a:lnTo>
                  <a:lnTo>
                    <a:pt x="99085" y="131787"/>
                  </a:lnTo>
                  <a:lnTo>
                    <a:pt x="70383" y="168109"/>
                  </a:lnTo>
                  <a:lnTo>
                    <a:pt x="46050" y="207683"/>
                  </a:lnTo>
                  <a:lnTo>
                    <a:pt x="26466" y="250113"/>
                  </a:lnTo>
                  <a:lnTo>
                    <a:pt x="12014" y="295046"/>
                  </a:lnTo>
                  <a:lnTo>
                    <a:pt x="3073" y="342087"/>
                  </a:lnTo>
                  <a:lnTo>
                    <a:pt x="0" y="390867"/>
                  </a:lnTo>
                  <a:lnTo>
                    <a:pt x="0" y="1224368"/>
                  </a:lnTo>
                  <a:lnTo>
                    <a:pt x="289318" y="1224368"/>
                  </a:lnTo>
                  <a:lnTo>
                    <a:pt x="289318" y="390867"/>
                  </a:lnTo>
                  <a:lnTo>
                    <a:pt x="298627" y="348322"/>
                  </a:lnTo>
                  <a:lnTo>
                    <a:pt x="323570" y="316382"/>
                  </a:lnTo>
                  <a:lnTo>
                    <a:pt x="359651" y="296291"/>
                  </a:lnTo>
                  <a:lnTo>
                    <a:pt x="402374" y="289318"/>
                  </a:lnTo>
                  <a:lnTo>
                    <a:pt x="425602" y="291566"/>
                  </a:lnTo>
                  <a:lnTo>
                    <a:pt x="444525" y="298653"/>
                  </a:lnTo>
                  <a:lnTo>
                    <a:pt x="460565" y="311150"/>
                  </a:lnTo>
                  <a:lnTo>
                    <a:pt x="475183" y="329552"/>
                  </a:lnTo>
                  <a:lnTo>
                    <a:pt x="969530" y="1053833"/>
                  </a:lnTo>
                  <a:lnTo>
                    <a:pt x="1002893" y="1097661"/>
                  </a:lnTo>
                  <a:lnTo>
                    <a:pt x="1039139" y="1135392"/>
                  </a:lnTo>
                  <a:lnTo>
                    <a:pt x="1078572" y="1166799"/>
                  </a:lnTo>
                  <a:lnTo>
                    <a:pt x="1121498" y="1191628"/>
                  </a:lnTo>
                  <a:lnTo>
                    <a:pt x="1168209" y="1209662"/>
                  </a:lnTo>
                  <a:lnTo>
                    <a:pt x="1219009" y="1220647"/>
                  </a:lnTo>
                  <a:lnTo>
                    <a:pt x="1274191" y="1224368"/>
                  </a:lnTo>
                  <a:lnTo>
                    <a:pt x="1322971" y="1221295"/>
                  </a:lnTo>
                  <a:lnTo>
                    <a:pt x="1370012" y="1212354"/>
                  </a:lnTo>
                  <a:lnTo>
                    <a:pt x="1414945" y="1197902"/>
                  </a:lnTo>
                  <a:lnTo>
                    <a:pt x="1457375" y="1178318"/>
                  </a:lnTo>
                  <a:lnTo>
                    <a:pt x="1496949" y="1153985"/>
                  </a:lnTo>
                  <a:lnTo>
                    <a:pt x="1533271" y="1125283"/>
                  </a:lnTo>
                  <a:lnTo>
                    <a:pt x="1565973" y="1092568"/>
                  </a:lnTo>
                  <a:lnTo>
                    <a:pt x="1594675" y="1056246"/>
                  </a:lnTo>
                  <a:lnTo>
                    <a:pt x="1619008" y="1016673"/>
                  </a:lnTo>
                  <a:lnTo>
                    <a:pt x="1638592" y="974242"/>
                  </a:lnTo>
                  <a:lnTo>
                    <a:pt x="1653044" y="929309"/>
                  </a:lnTo>
                  <a:lnTo>
                    <a:pt x="1661998" y="882256"/>
                  </a:lnTo>
                  <a:lnTo>
                    <a:pt x="1665058" y="833475"/>
                  </a:lnTo>
                  <a:lnTo>
                    <a:pt x="166505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sp>
          <p:nvSpPr>
            <p:cNvPr id="127" name="Google Shape;127;p19"/>
            <p:cNvSpPr/>
            <p:nvPr/>
          </p:nvSpPr>
          <p:spPr>
            <a:xfrm>
              <a:off x="12912979" y="4483563"/>
              <a:ext cx="2370455" cy="2341879"/>
            </a:xfrm>
            <a:custGeom>
              <a:avLst/>
              <a:gdLst/>
              <a:ahLst/>
              <a:cxnLst/>
              <a:rect l="l" t="t" r="r" b="b"/>
              <a:pathLst>
                <a:path w="2370455" h="2341879" extrusionOk="0">
                  <a:moveTo>
                    <a:pt x="2370137" y="1159865"/>
                  </a:moveTo>
                  <a:lnTo>
                    <a:pt x="2040128" y="1159865"/>
                  </a:lnTo>
                  <a:lnTo>
                    <a:pt x="2040128" y="1209001"/>
                  </a:lnTo>
                  <a:lnTo>
                    <a:pt x="2039848" y="1219225"/>
                  </a:lnTo>
                  <a:lnTo>
                    <a:pt x="2035822" y="1267040"/>
                  </a:lnTo>
                  <a:lnTo>
                    <a:pt x="2029206" y="1314081"/>
                  </a:lnTo>
                  <a:lnTo>
                    <a:pt x="2020062" y="1360258"/>
                  </a:lnTo>
                  <a:lnTo>
                    <a:pt x="2008479" y="1405534"/>
                  </a:lnTo>
                  <a:lnTo>
                    <a:pt x="1994509" y="1449806"/>
                  </a:lnTo>
                  <a:lnTo>
                    <a:pt x="1978240" y="1493024"/>
                  </a:lnTo>
                  <a:lnTo>
                    <a:pt x="1959749" y="1535099"/>
                  </a:lnTo>
                  <a:lnTo>
                    <a:pt x="1939086" y="1575968"/>
                  </a:lnTo>
                  <a:lnTo>
                    <a:pt x="1916341" y="1615541"/>
                  </a:lnTo>
                  <a:lnTo>
                    <a:pt x="1891588" y="1653768"/>
                  </a:lnTo>
                  <a:lnTo>
                    <a:pt x="1864906" y="1690560"/>
                  </a:lnTo>
                  <a:lnTo>
                    <a:pt x="1836343" y="1725853"/>
                  </a:lnTo>
                  <a:lnTo>
                    <a:pt x="1805990" y="1759572"/>
                  </a:lnTo>
                  <a:lnTo>
                    <a:pt x="1773923" y="1791652"/>
                  </a:lnTo>
                  <a:lnTo>
                    <a:pt x="1740204" y="1821992"/>
                  </a:lnTo>
                  <a:lnTo>
                    <a:pt x="1704911" y="1850555"/>
                  </a:lnTo>
                  <a:lnTo>
                    <a:pt x="1668119" y="1877250"/>
                  </a:lnTo>
                  <a:lnTo>
                    <a:pt x="1629892" y="1902002"/>
                  </a:lnTo>
                  <a:lnTo>
                    <a:pt x="1590306" y="1924735"/>
                  </a:lnTo>
                  <a:lnTo>
                    <a:pt x="1549450" y="1945398"/>
                  </a:lnTo>
                  <a:lnTo>
                    <a:pt x="1507375" y="1963889"/>
                  </a:lnTo>
                  <a:lnTo>
                    <a:pt x="1464157" y="1980158"/>
                  </a:lnTo>
                  <a:lnTo>
                    <a:pt x="1419885" y="1994128"/>
                  </a:lnTo>
                  <a:lnTo>
                    <a:pt x="1374609" y="2005723"/>
                  </a:lnTo>
                  <a:lnTo>
                    <a:pt x="1328420" y="2014855"/>
                  </a:lnTo>
                  <a:lnTo>
                    <a:pt x="1281391" y="2021484"/>
                  </a:lnTo>
                  <a:lnTo>
                    <a:pt x="1233576" y="2025510"/>
                  </a:lnTo>
                  <a:lnTo>
                    <a:pt x="1208989" y="2026208"/>
                  </a:lnTo>
                  <a:lnTo>
                    <a:pt x="1208989" y="1698599"/>
                  </a:lnTo>
                  <a:lnTo>
                    <a:pt x="1233106" y="1697507"/>
                  </a:lnTo>
                  <a:lnTo>
                    <a:pt x="1279944" y="1691144"/>
                  </a:lnTo>
                  <a:lnTo>
                    <a:pt x="1325397" y="1680756"/>
                  </a:lnTo>
                  <a:lnTo>
                    <a:pt x="1369288" y="1666557"/>
                  </a:lnTo>
                  <a:lnTo>
                    <a:pt x="1411414" y="1648714"/>
                  </a:lnTo>
                  <a:lnTo>
                    <a:pt x="1451597" y="1627416"/>
                  </a:lnTo>
                  <a:lnTo>
                    <a:pt x="1489646" y="1602854"/>
                  </a:lnTo>
                  <a:lnTo>
                    <a:pt x="1525371" y="1575219"/>
                  </a:lnTo>
                  <a:lnTo>
                    <a:pt x="1558582" y="1544713"/>
                  </a:lnTo>
                  <a:lnTo>
                    <a:pt x="1589100" y="1511490"/>
                  </a:lnTo>
                  <a:lnTo>
                    <a:pt x="1616735" y="1475765"/>
                  </a:lnTo>
                  <a:lnTo>
                    <a:pt x="1641297" y="1437716"/>
                  </a:lnTo>
                  <a:lnTo>
                    <a:pt x="1662582" y="1397533"/>
                  </a:lnTo>
                  <a:lnTo>
                    <a:pt x="1680425" y="1355407"/>
                  </a:lnTo>
                  <a:lnTo>
                    <a:pt x="1694637" y="1311516"/>
                  </a:lnTo>
                  <a:lnTo>
                    <a:pt x="1705013" y="1266063"/>
                  </a:lnTo>
                  <a:lnTo>
                    <a:pt x="1711299" y="1219860"/>
                  </a:lnTo>
                  <a:lnTo>
                    <a:pt x="1711388" y="1219225"/>
                  </a:lnTo>
                  <a:lnTo>
                    <a:pt x="1711845" y="1209001"/>
                  </a:lnTo>
                  <a:lnTo>
                    <a:pt x="2040128" y="1209001"/>
                  </a:lnTo>
                  <a:lnTo>
                    <a:pt x="2040128" y="1159865"/>
                  </a:lnTo>
                  <a:lnTo>
                    <a:pt x="1977161" y="1159865"/>
                  </a:lnTo>
                  <a:lnTo>
                    <a:pt x="1976056" y="1123162"/>
                  </a:lnTo>
                  <a:lnTo>
                    <a:pt x="1971878" y="1076858"/>
                  </a:lnTo>
                  <a:lnTo>
                    <a:pt x="1964766" y="1029296"/>
                  </a:lnTo>
                  <a:lnTo>
                    <a:pt x="1954987" y="983246"/>
                  </a:lnTo>
                  <a:lnTo>
                    <a:pt x="1942668" y="938568"/>
                  </a:lnTo>
                  <a:lnTo>
                    <a:pt x="1927847" y="894969"/>
                  </a:lnTo>
                  <a:lnTo>
                    <a:pt x="1910588" y="852551"/>
                  </a:lnTo>
                  <a:lnTo>
                    <a:pt x="1891004" y="811377"/>
                  </a:lnTo>
                  <a:lnTo>
                    <a:pt x="1869147" y="771550"/>
                  </a:lnTo>
                  <a:lnTo>
                    <a:pt x="1845132" y="733145"/>
                  </a:lnTo>
                  <a:lnTo>
                    <a:pt x="1819021" y="696239"/>
                  </a:lnTo>
                  <a:lnTo>
                    <a:pt x="1794281" y="665175"/>
                  </a:lnTo>
                  <a:lnTo>
                    <a:pt x="1760855" y="627291"/>
                  </a:lnTo>
                  <a:lnTo>
                    <a:pt x="1728965" y="595401"/>
                  </a:lnTo>
                  <a:lnTo>
                    <a:pt x="1695335" y="565365"/>
                  </a:lnTo>
                  <a:lnTo>
                    <a:pt x="1690547" y="561555"/>
                  </a:lnTo>
                  <a:lnTo>
                    <a:pt x="1690547" y="1159865"/>
                  </a:lnTo>
                  <a:lnTo>
                    <a:pt x="1361401" y="1159865"/>
                  </a:lnTo>
                  <a:lnTo>
                    <a:pt x="1361401" y="1209001"/>
                  </a:lnTo>
                  <a:lnTo>
                    <a:pt x="1509268" y="1209001"/>
                  </a:lnTo>
                  <a:lnTo>
                    <a:pt x="1508518" y="1219225"/>
                  </a:lnTo>
                  <a:lnTo>
                    <a:pt x="1498193" y="1265529"/>
                  </a:lnTo>
                  <a:lnTo>
                    <a:pt x="1481620" y="1308912"/>
                  </a:lnTo>
                  <a:lnTo>
                    <a:pt x="1459306" y="1349108"/>
                  </a:lnTo>
                  <a:lnTo>
                    <a:pt x="1431759" y="1385595"/>
                  </a:lnTo>
                  <a:lnTo>
                    <a:pt x="1399476" y="1417878"/>
                  </a:lnTo>
                  <a:lnTo>
                    <a:pt x="1362989" y="1445425"/>
                  </a:lnTo>
                  <a:lnTo>
                    <a:pt x="1322793" y="1467739"/>
                  </a:lnTo>
                  <a:lnTo>
                    <a:pt x="1279398" y="1484312"/>
                  </a:lnTo>
                  <a:lnTo>
                    <a:pt x="1233322" y="1494624"/>
                  </a:lnTo>
                  <a:lnTo>
                    <a:pt x="1208989" y="1496428"/>
                  </a:lnTo>
                  <a:lnTo>
                    <a:pt x="1208989" y="1390573"/>
                  </a:lnTo>
                  <a:lnTo>
                    <a:pt x="1159852" y="1390573"/>
                  </a:lnTo>
                  <a:lnTo>
                    <a:pt x="1159852" y="1676031"/>
                  </a:lnTo>
                  <a:lnTo>
                    <a:pt x="1136408" y="1674901"/>
                  </a:lnTo>
                  <a:lnTo>
                    <a:pt x="1089037" y="1668081"/>
                  </a:lnTo>
                  <a:lnTo>
                    <a:pt x="1043178" y="1656969"/>
                  </a:lnTo>
                  <a:lnTo>
                    <a:pt x="999032" y="1641792"/>
                  </a:lnTo>
                  <a:lnTo>
                    <a:pt x="956830" y="1622767"/>
                  </a:lnTo>
                  <a:lnTo>
                    <a:pt x="916774" y="1600085"/>
                  </a:lnTo>
                  <a:lnTo>
                    <a:pt x="879081" y="1573974"/>
                  </a:lnTo>
                  <a:lnTo>
                    <a:pt x="844029" y="1544713"/>
                  </a:lnTo>
                  <a:lnTo>
                    <a:pt x="811618" y="1512316"/>
                  </a:lnTo>
                  <a:lnTo>
                    <a:pt x="782294" y="1477200"/>
                  </a:lnTo>
                  <a:lnTo>
                    <a:pt x="756183" y="1439494"/>
                  </a:lnTo>
                  <a:lnTo>
                    <a:pt x="733501" y="1399438"/>
                  </a:lnTo>
                  <a:lnTo>
                    <a:pt x="714463" y="1357236"/>
                  </a:lnTo>
                  <a:lnTo>
                    <a:pt x="699414" y="1313446"/>
                  </a:lnTo>
                  <a:lnTo>
                    <a:pt x="699287" y="1313091"/>
                  </a:lnTo>
                  <a:lnTo>
                    <a:pt x="688187" y="1267231"/>
                  </a:lnTo>
                  <a:lnTo>
                    <a:pt x="681367" y="1219860"/>
                  </a:lnTo>
                  <a:lnTo>
                    <a:pt x="680847" y="1209001"/>
                  </a:lnTo>
                  <a:lnTo>
                    <a:pt x="971372" y="1209001"/>
                  </a:lnTo>
                  <a:lnTo>
                    <a:pt x="971372" y="1159865"/>
                  </a:lnTo>
                  <a:lnTo>
                    <a:pt x="858913" y="1159865"/>
                  </a:lnTo>
                  <a:lnTo>
                    <a:pt x="861618" y="1123162"/>
                  </a:lnTo>
                  <a:lnTo>
                    <a:pt x="871956" y="1076858"/>
                  </a:lnTo>
                  <a:lnTo>
                    <a:pt x="888530" y="1033475"/>
                  </a:lnTo>
                  <a:lnTo>
                    <a:pt x="910844" y="993279"/>
                  </a:lnTo>
                  <a:lnTo>
                    <a:pt x="938390" y="956779"/>
                  </a:lnTo>
                  <a:lnTo>
                    <a:pt x="970673" y="924509"/>
                  </a:lnTo>
                  <a:lnTo>
                    <a:pt x="1007160" y="896962"/>
                  </a:lnTo>
                  <a:lnTo>
                    <a:pt x="1047356" y="874649"/>
                  </a:lnTo>
                  <a:lnTo>
                    <a:pt x="1090752" y="858075"/>
                  </a:lnTo>
                  <a:lnTo>
                    <a:pt x="1136827" y="847763"/>
                  </a:lnTo>
                  <a:lnTo>
                    <a:pt x="1159852" y="846074"/>
                  </a:lnTo>
                  <a:lnTo>
                    <a:pt x="1159852" y="982814"/>
                  </a:lnTo>
                  <a:lnTo>
                    <a:pt x="1208989" y="982814"/>
                  </a:lnTo>
                  <a:lnTo>
                    <a:pt x="1208989" y="666318"/>
                  </a:lnTo>
                  <a:lnTo>
                    <a:pt x="1233741" y="667499"/>
                  </a:lnTo>
                  <a:lnTo>
                    <a:pt x="1281112" y="674319"/>
                  </a:lnTo>
                  <a:lnTo>
                    <a:pt x="1326972" y="685419"/>
                  </a:lnTo>
                  <a:lnTo>
                    <a:pt x="1371117" y="700595"/>
                  </a:lnTo>
                  <a:lnTo>
                    <a:pt x="1413319" y="719632"/>
                  </a:lnTo>
                  <a:lnTo>
                    <a:pt x="1453375" y="742315"/>
                  </a:lnTo>
                  <a:lnTo>
                    <a:pt x="1491081" y="768426"/>
                  </a:lnTo>
                  <a:lnTo>
                    <a:pt x="1526197" y="797750"/>
                  </a:lnTo>
                  <a:lnTo>
                    <a:pt x="1558531" y="830084"/>
                  </a:lnTo>
                  <a:lnTo>
                    <a:pt x="1587855" y="865200"/>
                  </a:lnTo>
                  <a:lnTo>
                    <a:pt x="1613966" y="902893"/>
                  </a:lnTo>
                  <a:lnTo>
                    <a:pt x="1636636" y="942949"/>
                  </a:lnTo>
                  <a:lnTo>
                    <a:pt x="1655673" y="985164"/>
                  </a:lnTo>
                  <a:lnTo>
                    <a:pt x="1670723" y="1028941"/>
                  </a:lnTo>
                  <a:lnTo>
                    <a:pt x="1670850" y="1029296"/>
                  </a:lnTo>
                  <a:lnTo>
                    <a:pt x="1681962" y="1075156"/>
                  </a:lnTo>
                  <a:lnTo>
                    <a:pt x="1688782" y="1122527"/>
                  </a:lnTo>
                  <a:lnTo>
                    <a:pt x="1690547" y="1159865"/>
                  </a:lnTo>
                  <a:lnTo>
                    <a:pt x="1690547" y="561555"/>
                  </a:lnTo>
                  <a:lnTo>
                    <a:pt x="1660017" y="537248"/>
                  </a:lnTo>
                  <a:lnTo>
                    <a:pt x="1623123" y="511136"/>
                  </a:lnTo>
                  <a:lnTo>
                    <a:pt x="1584706" y="487108"/>
                  </a:lnTo>
                  <a:lnTo>
                    <a:pt x="1544878" y="465264"/>
                  </a:lnTo>
                  <a:lnTo>
                    <a:pt x="1503718" y="445668"/>
                  </a:lnTo>
                  <a:lnTo>
                    <a:pt x="1461287" y="428421"/>
                  </a:lnTo>
                  <a:lnTo>
                    <a:pt x="1417701" y="413600"/>
                  </a:lnTo>
                  <a:lnTo>
                    <a:pt x="1373009" y="401281"/>
                  </a:lnTo>
                  <a:lnTo>
                    <a:pt x="1327327" y="391553"/>
                  </a:lnTo>
                  <a:lnTo>
                    <a:pt x="1280718" y="384505"/>
                  </a:lnTo>
                  <a:lnTo>
                    <a:pt x="1233271" y="380212"/>
                  </a:lnTo>
                  <a:lnTo>
                    <a:pt x="1208989" y="379488"/>
                  </a:lnTo>
                  <a:lnTo>
                    <a:pt x="1208989" y="0"/>
                  </a:lnTo>
                  <a:lnTo>
                    <a:pt x="1159852" y="0"/>
                  </a:lnTo>
                  <a:lnTo>
                    <a:pt x="1159852" y="195605"/>
                  </a:lnTo>
                  <a:lnTo>
                    <a:pt x="1159852" y="315341"/>
                  </a:lnTo>
                  <a:lnTo>
                    <a:pt x="1159852" y="643864"/>
                  </a:lnTo>
                  <a:lnTo>
                    <a:pt x="1137043" y="644880"/>
                  </a:lnTo>
                  <a:lnTo>
                    <a:pt x="1090206" y="651243"/>
                  </a:lnTo>
                  <a:lnTo>
                    <a:pt x="1044740" y="661631"/>
                  </a:lnTo>
                  <a:lnTo>
                    <a:pt x="1000861" y="675830"/>
                  </a:lnTo>
                  <a:lnTo>
                    <a:pt x="958723" y="693674"/>
                  </a:lnTo>
                  <a:lnTo>
                    <a:pt x="918552" y="714971"/>
                  </a:lnTo>
                  <a:lnTo>
                    <a:pt x="880503" y="739533"/>
                  </a:lnTo>
                  <a:lnTo>
                    <a:pt x="844778" y="767156"/>
                  </a:lnTo>
                  <a:lnTo>
                    <a:pt x="811491" y="797750"/>
                  </a:lnTo>
                  <a:lnTo>
                    <a:pt x="781037" y="830897"/>
                  </a:lnTo>
                  <a:lnTo>
                    <a:pt x="753414" y="866622"/>
                  </a:lnTo>
                  <a:lnTo>
                    <a:pt x="728853" y="904671"/>
                  </a:lnTo>
                  <a:lnTo>
                    <a:pt x="707555" y="944854"/>
                  </a:lnTo>
                  <a:lnTo>
                    <a:pt x="689711" y="986980"/>
                  </a:lnTo>
                  <a:lnTo>
                    <a:pt x="675500" y="1030859"/>
                  </a:lnTo>
                  <a:lnTo>
                    <a:pt x="665124" y="1076325"/>
                  </a:lnTo>
                  <a:lnTo>
                    <a:pt x="658850" y="1122527"/>
                  </a:lnTo>
                  <a:lnTo>
                    <a:pt x="658761" y="1123162"/>
                  </a:lnTo>
                  <a:lnTo>
                    <a:pt x="657098" y="1159865"/>
                  </a:lnTo>
                  <a:lnTo>
                    <a:pt x="329260" y="1159865"/>
                  </a:lnTo>
                  <a:lnTo>
                    <a:pt x="330542" y="1117993"/>
                  </a:lnTo>
                  <a:lnTo>
                    <a:pt x="335292" y="1066114"/>
                  </a:lnTo>
                  <a:lnTo>
                    <a:pt x="343103" y="1015161"/>
                  </a:lnTo>
                  <a:lnTo>
                    <a:pt x="353860" y="965225"/>
                  </a:lnTo>
                  <a:lnTo>
                    <a:pt x="367487" y="916406"/>
                  </a:lnTo>
                  <a:lnTo>
                    <a:pt x="383895" y="868807"/>
                  </a:lnTo>
                  <a:lnTo>
                    <a:pt x="402971" y="822502"/>
                  </a:lnTo>
                  <a:lnTo>
                    <a:pt x="424637" y="777608"/>
                  </a:lnTo>
                  <a:lnTo>
                    <a:pt x="448805" y="734199"/>
                  </a:lnTo>
                  <a:lnTo>
                    <a:pt x="475361" y="692378"/>
                  </a:lnTo>
                  <a:lnTo>
                    <a:pt x="504215" y="652233"/>
                  </a:lnTo>
                  <a:lnTo>
                    <a:pt x="535279" y="613854"/>
                  </a:lnTo>
                  <a:lnTo>
                    <a:pt x="568464" y="577354"/>
                  </a:lnTo>
                  <a:lnTo>
                    <a:pt x="603669" y="542810"/>
                  </a:lnTo>
                  <a:lnTo>
                    <a:pt x="640816" y="510324"/>
                  </a:lnTo>
                  <a:lnTo>
                    <a:pt x="673150" y="484886"/>
                  </a:lnTo>
                  <a:lnTo>
                    <a:pt x="712965" y="456819"/>
                  </a:lnTo>
                  <a:lnTo>
                    <a:pt x="754380" y="430999"/>
                  </a:lnTo>
                  <a:lnTo>
                    <a:pt x="797331" y="407530"/>
                  </a:lnTo>
                  <a:lnTo>
                    <a:pt x="841705" y="386473"/>
                  </a:lnTo>
                  <a:lnTo>
                    <a:pt x="887437" y="367931"/>
                  </a:lnTo>
                  <a:lnTo>
                    <a:pt x="934427" y="352005"/>
                  </a:lnTo>
                  <a:lnTo>
                    <a:pt x="982573" y="338772"/>
                  </a:lnTo>
                  <a:lnTo>
                    <a:pt x="1031811" y="328320"/>
                  </a:lnTo>
                  <a:lnTo>
                    <a:pt x="1082027" y="320751"/>
                  </a:lnTo>
                  <a:lnTo>
                    <a:pt x="1133144" y="316141"/>
                  </a:lnTo>
                  <a:lnTo>
                    <a:pt x="1159852" y="315341"/>
                  </a:lnTo>
                  <a:lnTo>
                    <a:pt x="1159852" y="195605"/>
                  </a:lnTo>
                  <a:lnTo>
                    <a:pt x="1085456" y="200012"/>
                  </a:lnTo>
                  <a:lnTo>
                    <a:pt x="1036675" y="206222"/>
                  </a:lnTo>
                  <a:lnTo>
                    <a:pt x="988669" y="214820"/>
                  </a:lnTo>
                  <a:lnTo>
                    <a:pt x="941501" y="225729"/>
                  </a:lnTo>
                  <a:lnTo>
                    <a:pt x="895235" y="238899"/>
                  </a:lnTo>
                  <a:lnTo>
                    <a:pt x="849922" y="254266"/>
                  </a:lnTo>
                  <a:lnTo>
                    <a:pt x="805624" y="271754"/>
                  </a:lnTo>
                  <a:lnTo>
                    <a:pt x="762419" y="291325"/>
                  </a:lnTo>
                  <a:lnTo>
                    <a:pt x="720356" y="312902"/>
                  </a:lnTo>
                  <a:lnTo>
                    <a:pt x="679488" y="336423"/>
                  </a:lnTo>
                  <a:lnTo>
                    <a:pt x="639902" y="361823"/>
                  </a:lnTo>
                  <a:lnTo>
                    <a:pt x="601637" y="389064"/>
                  </a:lnTo>
                  <a:lnTo>
                    <a:pt x="564769" y="418058"/>
                  </a:lnTo>
                  <a:lnTo>
                    <a:pt x="529336" y="448741"/>
                  </a:lnTo>
                  <a:lnTo>
                    <a:pt x="479069" y="497840"/>
                  </a:lnTo>
                  <a:lnTo>
                    <a:pt x="432409" y="550405"/>
                  </a:lnTo>
                  <a:lnTo>
                    <a:pt x="403415" y="587273"/>
                  </a:lnTo>
                  <a:lnTo>
                    <a:pt x="376186" y="625538"/>
                  </a:lnTo>
                  <a:lnTo>
                    <a:pt x="350774" y="665137"/>
                  </a:lnTo>
                  <a:lnTo>
                    <a:pt x="327253" y="705993"/>
                  </a:lnTo>
                  <a:lnTo>
                    <a:pt x="305689" y="748068"/>
                  </a:lnTo>
                  <a:lnTo>
                    <a:pt x="286118" y="791273"/>
                  </a:lnTo>
                  <a:lnTo>
                    <a:pt x="268617" y="835571"/>
                  </a:lnTo>
                  <a:lnTo>
                    <a:pt x="253263" y="880884"/>
                  </a:lnTo>
                  <a:lnTo>
                    <a:pt x="240093" y="927150"/>
                  </a:lnTo>
                  <a:lnTo>
                    <a:pt x="229171" y="974318"/>
                  </a:lnTo>
                  <a:lnTo>
                    <a:pt x="220573" y="1022324"/>
                  </a:lnTo>
                  <a:lnTo>
                    <a:pt x="214363" y="1071092"/>
                  </a:lnTo>
                  <a:lnTo>
                    <a:pt x="210591" y="1120584"/>
                  </a:lnTo>
                  <a:lnTo>
                    <a:pt x="209588" y="1159865"/>
                  </a:lnTo>
                  <a:lnTo>
                    <a:pt x="0" y="1159865"/>
                  </a:lnTo>
                  <a:lnTo>
                    <a:pt x="0" y="1209001"/>
                  </a:lnTo>
                  <a:lnTo>
                    <a:pt x="393776" y="1209001"/>
                  </a:lnTo>
                  <a:lnTo>
                    <a:pt x="394093" y="1219225"/>
                  </a:lnTo>
                  <a:lnTo>
                    <a:pt x="398272" y="1265529"/>
                  </a:lnTo>
                  <a:lnTo>
                    <a:pt x="398386" y="1266837"/>
                  </a:lnTo>
                  <a:lnTo>
                    <a:pt x="405384" y="1313091"/>
                  </a:lnTo>
                  <a:lnTo>
                    <a:pt x="415163" y="1359141"/>
                  </a:lnTo>
                  <a:lnTo>
                    <a:pt x="427482" y="1403819"/>
                  </a:lnTo>
                  <a:lnTo>
                    <a:pt x="442302" y="1447419"/>
                  </a:lnTo>
                  <a:lnTo>
                    <a:pt x="459549" y="1489837"/>
                  </a:lnTo>
                  <a:lnTo>
                    <a:pt x="479145" y="1531010"/>
                  </a:lnTo>
                  <a:lnTo>
                    <a:pt x="500989" y="1570837"/>
                  </a:lnTo>
                  <a:lnTo>
                    <a:pt x="525018" y="1609242"/>
                  </a:lnTo>
                  <a:lnTo>
                    <a:pt x="551129" y="1646148"/>
                  </a:lnTo>
                  <a:lnTo>
                    <a:pt x="579247" y="1681467"/>
                  </a:lnTo>
                  <a:lnTo>
                    <a:pt x="609282" y="1715096"/>
                  </a:lnTo>
                  <a:lnTo>
                    <a:pt x="641172" y="1746986"/>
                  </a:lnTo>
                  <a:lnTo>
                    <a:pt x="674814" y="1777022"/>
                  </a:lnTo>
                  <a:lnTo>
                    <a:pt x="710120" y="1805152"/>
                  </a:lnTo>
                  <a:lnTo>
                    <a:pt x="747026" y="1831263"/>
                  </a:lnTo>
                  <a:lnTo>
                    <a:pt x="785431" y="1855279"/>
                  </a:lnTo>
                  <a:lnTo>
                    <a:pt x="825258" y="1877136"/>
                  </a:lnTo>
                  <a:lnTo>
                    <a:pt x="866432" y="1896719"/>
                  </a:lnTo>
                  <a:lnTo>
                    <a:pt x="908850" y="1913966"/>
                  </a:lnTo>
                  <a:lnTo>
                    <a:pt x="952449" y="1928799"/>
                  </a:lnTo>
                  <a:lnTo>
                    <a:pt x="997127" y="1941118"/>
                  </a:lnTo>
                  <a:lnTo>
                    <a:pt x="1042809" y="1950834"/>
                  </a:lnTo>
                  <a:lnTo>
                    <a:pt x="1089418" y="1957895"/>
                  </a:lnTo>
                  <a:lnTo>
                    <a:pt x="1136865" y="1962175"/>
                  </a:lnTo>
                  <a:lnTo>
                    <a:pt x="1159852" y="1962873"/>
                  </a:lnTo>
                  <a:lnTo>
                    <a:pt x="1159852" y="2341422"/>
                  </a:lnTo>
                  <a:lnTo>
                    <a:pt x="1208989" y="2341422"/>
                  </a:lnTo>
                  <a:lnTo>
                    <a:pt x="1208989" y="2145893"/>
                  </a:lnTo>
                  <a:lnTo>
                    <a:pt x="1233690" y="2145284"/>
                  </a:lnTo>
                  <a:lnTo>
                    <a:pt x="1281709" y="2141740"/>
                  </a:lnTo>
                  <a:lnTo>
                    <a:pt x="1329067" y="2135886"/>
                  </a:lnTo>
                  <a:lnTo>
                    <a:pt x="1375689" y="2127796"/>
                  </a:lnTo>
                  <a:lnTo>
                    <a:pt x="1421549" y="2117509"/>
                  </a:lnTo>
                  <a:lnTo>
                    <a:pt x="1466570" y="2105101"/>
                  </a:lnTo>
                  <a:lnTo>
                    <a:pt x="1510690" y="2090610"/>
                  </a:lnTo>
                  <a:lnTo>
                    <a:pt x="1553870" y="2074113"/>
                  </a:lnTo>
                  <a:lnTo>
                    <a:pt x="1596047" y="2055647"/>
                  </a:lnTo>
                  <a:lnTo>
                    <a:pt x="1637169" y="2035289"/>
                  </a:lnTo>
                  <a:lnTo>
                    <a:pt x="1677174" y="2013077"/>
                  </a:lnTo>
                  <a:lnTo>
                    <a:pt x="1715998" y="1989061"/>
                  </a:lnTo>
                  <a:lnTo>
                    <a:pt x="1753603" y="1963318"/>
                  </a:lnTo>
                  <a:lnTo>
                    <a:pt x="1789912" y="1935899"/>
                  </a:lnTo>
                  <a:lnTo>
                    <a:pt x="1824888" y="1906854"/>
                  </a:lnTo>
                  <a:lnTo>
                    <a:pt x="1858467" y="1876247"/>
                  </a:lnTo>
                  <a:lnTo>
                    <a:pt x="1890585" y="1844116"/>
                  </a:lnTo>
                  <a:lnTo>
                    <a:pt x="1921205" y="1810537"/>
                  </a:lnTo>
                  <a:lnTo>
                    <a:pt x="1950250" y="1775574"/>
                  </a:lnTo>
                  <a:lnTo>
                    <a:pt x="1977669" y="1739252"/>
                  </a:lnTo>
                  <a:lnTo>
                    <a:pt x="2003412" y="1701647"/>
                  </a:lnTo>
                  <a:lnTo>
                    <a:pt x="2027415" y="1662823"/>
                  </a:lnTo>
                  <a:lnTo>
                    <a:pt x="2049627" y="1622818"/>
                  </a:lnTo>
                  <a:lnTo>
                    <a:pt x="2069998" y="1581708"/>
                  </a:lnTo>
                  <a:lnTo>
                    <a:pt x="2088464" y="1539532"/>
                  </a:lnTo>
                  <a:lnTo>
                    <a:pt x="2104961" y="1496352"/>
                  </a:lnTo>
                  <a:lnTo>
                    <a:pt x="2119452" y="1452219"/>
                  </a:lnTo>
                  <a:lnTo>
                    <a:pt x="2131860" y="1407198"/>
                  </a:lnTo>
                  <a:lnTo>
                    <a:pt x="2142134" y="1361351"/>
                  </a:lnTo>
                  <a:lnTo>
                    <a:pt x="2150224" y="1314716"/>
                  </a:lnTo>
                  <a:lnTo>
                    <a:pt x="2156079" y="1267371"/>
                  </a:lnTo>
                  <a:lnTo>
                    <a:pt x="2159635" y="1219352"/>
                  </a:lnTo>
                  <a:lnTo>
                    <a:pt x="2159889" y="1209001"/>
                  </a:lnTo>
                  <a:lnTo>
                    <a:pt x="2370137" y="1209001"/>
                  </a:lnTo>
                  <a:lnTo>
                    <a:pt x="2370137" y="1159865"/>
                  </a:lnTo>
                  <a:close/>
                </a:path>
              </a:pathLst>
            </a:custGeom>
            <a:solidFill>
              <a:srgbClr val="A0FF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48"/>
                <a:buFont typeface="Arial"/>
                <a:buNone/>
              </a:pPr>
              <a:endParaRPr sz="1347" b="0" i="0" u="none" strike="noStrike" cap="none">
                <a:solidFill>
                  <a:srgbClr val="000000"/>
                </a:solidFill>
                <a:latin typeface="Arial"/>
                <a:ea typeface="Arial"/>
                <a:cs typeface="Arial"/>
                <a:sym typeface="Arial"/>
              </a:endParaRPr>
            </a:p>
          </p:txBody>
        </p:sp>
      </p:grpSp>
      <p:pic>
        <p:nvPicPr>
          <p:cNvPr id="2" name="Picture 1">
            <a:extLst>
              <a:ext uri="{FF2B5EF4-FFF2-40B4-BE49-F238E27FC236}">
                <a16:creationId xmlns:a16="http://schemas.microsoft.com/office/drawing/2014/main" id="{8C32B1F3-F1B2-7966-6B9E-0D34BB7E705B}"/>
              </a:ext>
            </a:extLst>
          </p:cNvPr>
          <p:cNvPicPr>
            <a:picLocks noChangeAspect="1"/>
          </p:cNvPicPr>
          <p:nvPr/>
        </p:nvPicPr>
        <p:blipFill>
          <a:blip r:embed="rId3"/>
          <a:stretch>
            <a:fillRect/>
          </a:stretch>
        </p:blipFill>
        <p:spPr>
          <a:xfrm>
            <a:off x="14699057" y="-452727"/>
            <a:ext cx="5481634" cy="74385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7"/>
        <p:cNvGrpSpPr/>
        <p:nvPr/>
      </p:nvGrpSpPr>
      <p:grpSpPr>
        <a:xfrm>
          <a:off x="0" y="0"/>
          <a:ext cx="0" cy="0"/>
          <a:chOff x="0" y="0"/>
          <a:chExt cx="0" cy="0"/>
        </a:xfrm>
      </p:grpSpPr>
      <p:pic>
        <p:nvPicPr>
          <p:cNvPr id="138" name="Google Shape;138;p21" title="MICRO300_(MS30-102)_02.png"/>
          <p:cNvPicPr preferRelativeResize="0"/>
          <p:nvPr/>
        </p:nvPicPr>
        <p:blipFill rotWithShape="1">
          <a:blip r:embed="rId3">
            <a:alphaModFix/>
          </a:blip>
          <a:srcRect/>
          <a:stretch/>
        </p:blipFill>
        <p:spPr>
          <a:xfrm>
            <a:off x="12295015" y="395111"/>
            <a:ext cx="6808350" cy="10134774"/>
          </a:xfrm>
          <a:prstGeom prst="rect">
            <a:avLst/>
          </a:prstGeom>
          <a:noFill/>
          <a:ln>
            <a:noFill/>
          </a:ln>
        </p:spPr>
      </p:pic>
      <p:sp>
        <p:nvSpPr>
          <p:cNvPr id="139" name="Google Shape;139;p21"/>
          <p:cNvSpPr txBox="1">
            <a:spLocks noGrp="1"/>
          </p:cNvSpPr>
          <p:nvPr>
            <p:ph type="title"/>
          </p:nvPr>
        </p:nvSpPr>
        <p:spPr>
          <a:xfrm>
            <a:off x="2830286" y="4852987"/>
            <a:ext cx="7105464" cy="1563600"/>
          </a:xfrm>
          <a:prstGeom prst="rect">
            <a:avLst/>
          </a:prstGeom>
          <a:noFill/>
          <a:ln>
            <a:noFill/>
          </a:ln>
        </p:spPr>
        <p:txBody>
          <a:bodyPr spcFirstLastPara="1" wrap="square" lIns="91425" tIns="45700" rIns="91425" bIns="45700" anchor="ctr" anchorCtr="0">
            <a:noAutofit/>
          </a:bodyPr>
          <a:lstStyle/>
          <a:p>
            <a:pPr marL="0" lvl="0" indent="0" algn="ctr" rtl="0">
              <a:lnSpc>
                <a:spcPct val="110000"/>
              </a:lnSpc>
              <a:spcBef>
                <a:spcPts val="0"/>
              </a:spcBef>
              <a:spcAft>
                <a:spcPts val="0"/>
              </a:spcAft>
              <a:buClr>
                <a:schemeClr val="dk1"/>
              </a:buClr>
              <a:buSzPts val="7800"/>
              <a:buFont typeface="Arial"/>
              <a:buNone/>
            </a:pPr>
            <a:r>
              <a:rPr lang="en-US">
                <a:solidFill>
                  <a:srgbClr val="A0FF75"/>
                </a:solidFill>
              </a:rPr>
              <a:t>Integrations Options</a:t>
            </a:r>
            <a:endParaRPr>
              <a:solidFill>
                <a:srgbClr val="A0FF75"/>
              </a:solidFill>
            </a:endParaRPr>
          </a:p>
        </p:txBody>
      </p:sp>
      <p:pic>
        <p:nvPicPr>
          <p:cNvPr id="140" name="Google Shape;140;p21"/>
          <p:cNvPicPr preferRelativeResize="0"/>
          <p:nvPr/>
        </p:nvPicPr>
        <p:blipFill rotWithShape="1">
          <a:blip r:embed="rId4">
            <a:alphaModFix/>
          </a:blip>
          <a:srcRect/>
          <a:stretch/>
        </p:blipFill>
        <p:spPr>
          <a:xfrm>
            <a:off x="17181686" y="195123"/>
            <a:ext cx="2535900" cy="399975"/>
          </a:xfrm>
          <a:prstGeom prst="rect">
            <a:avLst/>
          </a:prstGeom>
          <a:noFill/>
          <a:ln>
            <a:noFill/>
          </a:ln>
        </p:spPr>
      </p:pic>
      <p:pic>
        <p:nvPicPr>
          <p:cNvPr id="141" name="Google Shape;141;p21"/>
          <p:cNvPicPr preferRelativeResize="0"/>
          <p:nvPr/>
        </p:nvPicPr>
        <p:blipFill rotWithShape="1">
          <a:blip r:embed="rId5">
            <a:alphaModFix/>
          </a:blip>
          <a:srcRect/>
          <a:stretch/>
        </p:blipFill>
        <p:spPr>
          <a:xfrm rot="-5400000">
            <a:off x="2178775" y="2030142"/>
            <a:ext cx="3432356" cy="3432356"/>
          </a:xfrm>
          <a:prstGeom prst="rect">
            <a:avLst/>
          </a:prstGeom>
          <a:noFill/>
          <a:ln>
            <a:noFill/>
          </a:ln>
        </p:spPr>
      </p:pic>
      <p:pic>
        <p:nvPicPr>
          <p:cNvPr id="142" name="Google Shape;142;p21"/>
          <p:cNvPicPr preferRelativeResize="0"/>
          <p:nvPr/>
        </p:nvPicPr>
        <p:blipFill rotWithShape="1">
          <a:blip r:embed="rId6">
            <a:alphaModFix/>
          </a:blip>
          <a:srcRect/>
          <a:stretch/>
        </p:blipFill>
        <p:spPr>
          <a:xfrm rot="10800000">
            <a:off x="7052994" y="6416576"/>
            <a:ext cx="3432356" cy="343235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313F2AEE-DECF-9676-A344-FC54243ECAAF}"/>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0BA6C738-0DC0-0844-9A2F-CCBEA0467212}"/>
              </a:ext>
            </a:extLst>
          </p:cNvPr>
          <p:cNvSpPr txBox="1">
            <a:spLocks noGrp="1"/>
          </p:cNvSpPr>
          <p:nvPr>
            <p:ph type="title"/>
          </p:nvPr>
        </p:nvSpPr>
        <p:spPr>
          <a:xfrm>
            <a:off x="752525" y="836869"/>
            <a:ext cx="16001143" cy="1463880"/>
          </a:xfrm>
          <a:prstGeom prst="rect">
            <a:avLst/>
          </a:prstGeom>
          <a:noFill/>
          <a:ln>
            <a:noFill/>
          </a:ln>
        </p:spPr>
        <p:txBody>
          <a:bodyPr spcFirstLastPara="1" wrap="square" lIns="91425" tIns="45700" rIns="91425" bIns="45700" anchor="t" anchorCtr="0">
            <a:noAutofit/>
          </a:bodyPr>
          <a:lstStyle/>
          <a:p>
            <a:r>
              <a:rPr lang="en-US" b="1"/>
              <a:t>Integration Overview: From Lab to Mission</a:t>
            </a:r>
          </a:p>
        </p:txBody>
      </p:sp>
      <p:graphicFrame>
        <p:nvGraphicFramePr>
          <p:cNvPr id="2" name="Table 1">
            <a:extLst>
              <a:ext uri="{FF2B5EF4-FFF2-40B4-BE49-F238E27FC236}">
                <a16:creationId xmlns:a16="http://schemas.microsoft.com/office/drawing/2014/main" id="{DBF9E6FF-946C-5CEF-A212-1DCA606DD703}"/>
              </a:ext>
            </a:extLst>
          </p:cNvPr>
          <p:cNvGraphicFramePr>
            <a:graphicFrameLocks noGrp="1"/>
          </p:cNvGraphicFramePr>
          <p:nvPr>
            <p:extLst>
              <p:ext uri="{D42A27DB-BD31-4B8C-83A1-F6EECF244321}">
                <p14:modId xmlns:p14="http://schemas.microsoft.com/office/powerpoint/2010/main" val="3653893706"/>
              </p:ext>
            </p:extLst>
          </p:nvPr>
        </p:nvGraphicFramePr>
        <p:xfrm>
          <a:off x="340967" y="2737923"/>
          <a:ext cx="19106109" cy="7923124"/>
        </p:xfrm>
        <a:graphic>
          <a:graphicData uri="http://schemas.openxmlformats.org/drawingml/2006/table">
            <a:tbl>
              <a:tblPr>
                <a:tableStyleId>{2D5ABB26-0587-4C30-8999-92F81FD0307C}</a:tableStyleId>
              </a:tblPr>
              <a:tblGrid>
                <a:gridCol w="848343">
                  <a:extLst>
                    <a:ext uri="{9D8B030D-6E8A-4147-A177-3AD203B41FA5}">
                      <a16:colId xmlns:a16="http://schemas.microsoft.com/office/drawing/2014/main" val="1879590564"/>
                    </a:ext>
                  </a:extLst>
                </a:gridCol>
                <a:gridCol w="1446826">
                  <a:extLst>
                    <a:ext uri="{9D8B030D-6E8A-4147-A177-3AD203B41FA5}">
                      <a16:colId xmlns:a16="http://schemas.microsoft.com/office/drawing/2014/main" val="3855454134"/>
                    </a:ext>
                  </a:extLst>
                </a:gridCol>
                <a:gridCol w="2266940">
                  <a:extLst>
                    <a:ext uri="{9D8B030D-6E8A-4147-A177-3AD203B41FA5}">
                      <a16:colId xmlns:a16="http://schemas.microsoft.com/office/drawing/2014/main" val="333119477"/>
                    </a:ext>
                  </a:extLst>
                </a:gridCol>
                <a:gridCol w="3492000">
                  <a:extLst>
                    <a:ext uri="{9D8B030D-6E8A-4147-A177-3AD203B41FA5}">
                      <a16:colId xmlns:a16="http://schemas.microsoft.com/office/drawing/2014/main" val="1076960968"/>
                    </a:ext>
                  </a:extLst>
                </a:gridCol>
                <a:gridCol w="1368000">
                  <a:extLst>
                    <a:ext uri="{9D8B030D-6E8A-4147-A177-3AD203B41FA5}">
                      <a16:colId xmlns:a16="http://schemas.microsoft.com/office/drawing/2014/main" val="220365932"/>
                    </a:ext>
                  </a:extLst>
                </a:gridCol>
                <a:gridCol w="1368000">
                  <a:extLst>
                    <a:ext uri="{9D8B030D-6E8A-4147-A177-3AD203B41FA5}">
                      <a16:colId xmlns:a16="http://schemas.microsoft.com/office/drawing/2014/main" val="1578983328"/>
                    </a:ext>
                  </a:extLst>
                </a:gridCol>
                <a:gridCol w="1368000">
                  <a:extLst>
                    <a:ext uri="{9D8B030D-6E8A-4147-A177-3AD203B41FA5}">
                      <a16:colId xmlns:a16="http://schemas.microsoft.com/office/drawing/2014/main" val="4213666145"/>
                    </a:ext>
                  </a:extLst>
                </a:gridCol>
                <a:gridCol w="1368000">
                  <a:extLst>
                    <a:ext uri="{9D8B030D-6E8A-4147-A177-3AD203B41FA5}">
                      <a16:colId xmlns:a16="http://schemas.microsoft.com/office/drawing/2014/main" val="4147501778"/>
                    </a:ext>
                  </a:extLst>
                </a:gridCol>
                <a:gridCol w="1368000">
                  <a:extLst>
                    <a:ext uri="{9D8B030D-6E8A-4147-A177-3AD203B41FA5}">
                      <a16:colId xmlns:a16="http://schemas.microsoft.com/office/drawing/2014/main" val="1117096637"/>
                    </a:ext>
                  </a:extLst>
                </a:gridCol>
                <a:gridCol w="1404000">
                  <a:extLst>
                    <a:ext uri="{9D8B030D-6E8A-4147-A177-3AD203B41FA5}">
                      <a16:colId xmlns:a16="http://schemas.microsoft.com/office/drawing/2014/main" val="2489293658"/>
                    </a:ext>
                  </a:extLst>
                </a:gridCol>
                <a:gridCol w="1404000">
                  <a:extLst>
                    <a:ext uri="{9D8B030D-6E8A-4147-A177-3AD203B41FA5}">
                      <a16:colId xmlns:a16="http://schemas.microsoft.com/office/drawing/2014/main" val="2424105326"/>
                    </a:ext>
                  </a:extLst>
                </a:gridCol>
                <a:gridCol w="1404000">
                  <a:extLst>
                    <a:ext uri="{9D8B030D-6E8A-4147-A177-3AD203B41FA5}">
                      <a16:colId xmlns:a16="http://schemas.microsoft.com/office/drawing/2014/main" val="1522454730"/>
                    </a:ext>
                  </a:extLst>
                </a:gridCol>
              </a:tblGrid>
              <a:tr h="698165">
                <a:tc rowSpan="2">
                  <a:txBody>
                    <a:bodyPr/>
                    <a:lstStyle/>
                    <a:p>
                      <a:pPr algn="ctr" rtl="0">
                        <a:buNone/>
                      </a:pPr>
                      <a:r>
                        <a:rPr lang="da-DK" sz="1800" b="1" baseline="0" dirty="0">
                          <a:solidFill>
                            <a:srgbClr val="1F1F1F"/>
                          </a:solidFill>
                          <a:effectLst/>
                          <a:latin typeface="Arial" panose="020B0604020202020204" pitchFamily="34" charset="0"/>
                          <a:cs typeface="+mj-cs"/>
                        </a:rPr>
                        <a:t>Level</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rowSpan="2">
                  <a:txBody>
                    <a:bodyPr/>
                    <a:lstStyle/>
                    <a:p>
                      <a:pPr algn="ctr" rtl="0">
                        <a:buNone/>
                      </a:pPr>
                      <a:r>
                        <a:rPr lang="da-DK" sz="1800" b="1" i="0" u="none" strike="noStrike" cap="none" baseline="0" dirty="0">
                          <a:solidFill>
                            <a:srgbClr val="1F1F1F"/>
                          </a:solidFill>
                          <a:effectLst/>
                          <a:latin typeface="Arial" panose="020B0604020202020204" pitchFamily="34" charset="0"/>
                          <a:ea typeface="+mn-ea"/>
                          <a:cs typeface="+mn-cs"/>
                          <a:sym typeface="Arial"/>
                        </a:rPr>
                        <a:t>Integration </a:t>
                      </a:r>
                      <a:br>
                        <a:rPr lang="da-DK" sz="1800" b="1" i="0" u="none" strike="noStrike" cap="none" baseline="0" dirty="0">
                          <a:solidFill>
                            <a:srgbClr val="1F1F1F"/>
                          </a:solidFill>
                          <a:effectLst/>
                          <a:latin typeface="Arial" panose="020B0604020202020204" pitchFamily="34" charset="0"/>
                          <a:ea typeface="+mn-ea"/>
                          <a:cs typeface="+mn-cs"/>
                          <a:sym typeface="Arial"/>
                        </a:rPr>
                      </a:br>
                      <a:r>
                        <a:rPr lang="da-DK" sz="1800" b="1" i="0" u="none" strike="noStrike" cap="none" baseline="0" dirty="0">
                          <a:solidFill>
                            <a:srgbClr val="1F1F1F"/>
                          </a:solidFill>
                          <a:effectLst/>
                          <a:latin typeface="Arial" panose="020B0604020202020204" pitchFamily="34" charset="0"/>
                          <a:ea typeface="+mn-ea"/>
                          <a:cs typeface="+mn-cs"/>
                          <a:sym typeface="Arial"/>
                        </a:rPr>
                        <a:t>Level</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rowSpan="2">
                  <a:txBody>
                    <a:bodyPr/>
                    <a:lstStyle/>
                    <a:p>
                      <a:pPr algn="ctr" rtl="0">
                        <a:buNone/>
                      </a:pPr>
                      <a:r>
                        <a:rPr lang="da-DK" sz="1800" b="1" baseline="0" dirty="0">
                          <a:solidFill>
                            <a:srgbClr val="1F1F1F"/>
                          </a:solidFill>
                          <a:effectLst/>
                          <a:latin typeface="Arial" panose="020B0604020202020204" pitchFamily="34" charset="0"/>
                          <a:cs typeface="+mn-cs"/>
                        </a:rPr>
                        <a:t>Options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rowSpan="2">
                  <a:txBody>
                    <a:bodyPr/>
                    <a:lstStyle/>
                    <a:p>
                      <a:pPr algn="ctr" rtl="0">
                        <a:buNone/>
                      </a:pPr>
                      <a:r>
                        <a:rPr lang="da-DK" sz="1800" b="1" baseline="0" dirty="0">
                          <a:solidFill>
                            <a:srgbClr val="1F1F1F"/>
                          </a:solidFill>
                          <a:effectLst/>
                          <a:latin typeface="Arial" panose="020B0604020202020204" pitchFamily="34" charset="0"/>
                          <a:cs typeface="+mn-cs"/>
                        </a:rPr>
                        <a:t>Discription</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gridSpan="5">
                  <a:txBody>
                    <a:bodyPr/>
                    <a:lstStyle/>
                    <a:p>
                      <a:pPr algn="ctr" rtl="0">
                        <a:buNone/>
                      </a:pPr>
                      <a:r>
                        <a:rPr lang="da-DK" sz="1800" b="1" baseline="0" dirty="0">
                          <a:solidFill>
                            <a:srgbClr val="1F1F1F"/>
                          </a:solidFill>
                          <a:effectLst/>
                          <a:latin typeface="Arial" panose="020B0604020202020204" pitchFamily="34" charset="0"/>
                          <a:cs typeface="+mn-cs"/>
                        </a:rPr>
                        <a:t>Can Be Used For- </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hMerge="1">
                  <a:txBody>
                    <a:bodyPr/>
                    <a:lstStyle/>
                    <a:p>
                      <a:pPr algn="ctr" rtl="0">
                        <a:buNone/>
                      </a:pPr>
                      <a:endParaRPr lang="da-DK" sz="1800">
                        <a:solidFill>
                          <a:srgbClr val="1F1F1F"/>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A0FF75"/>
                    </a:solidFill>
                  </a:tcPr>
                </a:tc>
                <a:tc hMerge="1">
                  <a:txBody>
                    <a:bodyPr/>
                    <a:lstStyle/>
                    <a:p>
                      <a:pPr algn="ctr" rtl="0">
                        <a:buNone/>
                      </a:pPr>
                      <a:endParaRPr lang="da-DK" sz="1800">
                        <a:solidFill>
                          <a:srgbClr val="1F1F1F"/>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A0FF75"/>
                    </a:solidFill>
                  </a:tcPr>
                </a:tc>
                <a:tc hMerge="1">
                  <a:txBody>
                    <a:bodyPr/>
                    <a:lstStyle/>
                    <a:p>
                      <a:pPr algn="ctr" rtl="0">
                        <a:buNone/>
                      </a:pPr>
                      <a:endParaRPr lang="da-DK" sz="1800">
                        <a:solidFill>
                          <a:srgbClr val="1F1F1F"/>
                        </a:solidFill>
                        <a:effectLst/>
                        <a:latin typeface="Google Sans Text"/>
                      </a:endParaRPr>
                    </a:p>
                  </a:txBody>
                  <a:tcPr marL="114300" marR="114300" marT="76200" marB="76200" anchor="ctr">
                    <a:lnB w="12700" cap="flat" cmpd="sng" algn="ctr">
                      <a:solidFill>
                        <a:schemeClr val="tx1"/>
                      </a:solidFill>
                      <a:prstDash val="solid"/>
                      <a:round/>
                      <a:headEnd type="none" w="med" len="med"/>
                      <a:tailEnd type="none" w="med" len="med"/>
                    </a:lnB>
                    <a:solidFill>
                      <a:srgbClr val="A0FF75"/>
                    </a:solidFill>
                  </a:tcPr>
                </a:tc>
                <a:tc hMerge="1">
                  <a:txBody>
                    <a:bodyPr/>
                    <a:lstStyle/>
                    <a:p>
                      <a:pPr algn="ctr" rtl="0">
                        <a:buNone/>
                      </a:pPr>
                      <a:endParaRPr lang="da-DK" sz="1800" b="1" dirty="0">
                        <a:solidFill>
                          <a:srgbClr val="1F1F1F"/>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rowSpan="2">
                  <a:txBody>
                    <a:bodyPr/>
                    <a:lstStyle/>
                    <a:p>
                      <a:pPr algn="ctr" rtl="0">
                        <a:buNone/>
                      </a:pPr>
                      <a:r>
                        <a:rPr lang="da-DK" sz="1800" b="1" baseline="0" dirty="0">
                          <a:solidFill>
                            <a:srgbClr val="1F1F1F"/>
                          </a:solidFill>
                          <a:effectLst/>
                          <a:latin typeface="Arial" panose="020B0604020202020204" pitchFamily="34" charset="0"/>
                          <a:cs typeface="+mn-cs"/>
                        </a:rPr>
                        <a:t>Time to Video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rowSpan="2">
                  <a:txBody>
                    <a:bodyPr/>
                    <a:lstStyle/>
                    <a:p>
                      <a:pPr algn="ctr" rtl="0">
                        <a:buNone/>
                      </a:pPr>
                      <a:r>
                        <a:rPr lang="da-DK" sz="1800" b="1" baseline="0" dirty="0">
                          <a:solidFill>
                            <a:srgbClr val="1F1F1F"/>
                          </a:solidFill>
                          <a:effectLst/>
                          <a:latin typeface="Arial" panose="020B0604020202020204" pitchFamily="34" charset="0"/>
                          <a:cs typeface="+mn-cs"/>
                        </a:rPr>
                        <a:t>Time to</a:t>
                      </a:r>
                      <a:br>
                        <a:rPr lang="da-DK" sz="1800" b="1" baseline="0" dirty="0">
                          <a:solidFill>
                            <a:srgbClr val="1F1F1F"/>
                          </a:solidFill>
                          <a:effectLst/>
                          <a:latin typeface="Arial" panose="020B0604020202020204" pitchFamily="34" charset="0"/>
                          <a:cs typeface="+mn-cs"/>
                        </a:rPr>
                      </a:br>
                      <a:r>
                        <a:rPr lang="da-DK" sz="1800" b="1" baseline="0" dirty="0">
                          <a:solidFill>
                            <a:srgbClr val="1F1F1F"/>
                          </a:solidFill>
                          <a:effectLst/>
                          <a:latin typeface="Arial" panose="020B0604020202020204" pitchFamily="34" charset="0"/>
                          <a:cs typeface="+mn-cs"/>
                        </a:rPr>
                        <a:t>Test Flight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rowSpan="2">
                  <a:txBody>
                    <a:bodyPr/>
                    <a:lstStyle/>
                    <a:p>
                      <a:pPr algn="ctr" rtl="0">
                        <a:buNone/>
                      </a:pPr>
                      <a:r>
                        <a:rPr lang="da-DK" sz="1800" b="1" baseline="0" dirty="0">
                          <a:solidFill>
                            <a:srgbClr val="1F1F1F"/>
                          </a:solidFill>
                          <a:effectLst/>
                          <a:latin typeface="Arial" panose="020B0604020202020204" pitchFamily="34" charset="0"/>
                          <a:cs typeface="+mn-cs"/>
                        </a:rPr>
                        <a:t>Time to </a:t>
                      </a:r>
                      <a:r>
                        <a:rPr lang="da-DK" sz="1800" b="1" i="0" u="none" strike="noStrike" cap="none" baseline="0" dirty="0">
                          <a:solidFill>
                            <a:srgbClr val="1F1F1F"/>
                          </a:solidFill>
                          <a:effectLst/>
                          <a:latin typeface="Arial" panose="020B0604020202020204" pitchFamily="34" charset="0"/>
                          <a:ea typeface="+mn-ea"/>
                          <a:cs typeface="+mn-cs"/>
                          <a:sym typeface="Arial"/>
                        </a:rPr>
                        <a:t>Fully Operation Readiness </a:t>
                      </a:r>
                      <a:endParaRPr lang="da-DK" sz="1800" b="1"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extLst>
                  <a:ext uri="{0D108BD9-81ED-4DB2-BD59-A6C34878D82A}">
                    <a16:rowId xmlns:a16="http://schemas.microsoft.com/office/drawing/2014/main" val="662886201"/>
                  </a:ext>
                </a:extLst>
              </a:tr>
              <a:tr h="698165">
                <a:tc vMerge="1">
                  <a:txBody>
                    <a:bodyPr/>
                    <a:lstStyle/>
                    <a:p>
                      <a:pPr algn="ctr" rtl="0">
                        <a:buNone/>
                      </a:pPr>
                      <a:endParaRPr lang="da-DK" sz="1800">
                        <a:solidFill>
                          <a:srgbClr val="1F1F1F"/>
                        </a:solidFill>
                        <a:effectLst/>
                        <a:latin typeface="+mj-lt"/>
                      </a:endParaRPr>
                    </a:p>
                  </a:txBody>
                  <a:tcPr marL="114300" marR="114300" marT="76200" marB="76200" anchor="ctr">
                    <a:solidFill>
                      <a:srgbClr val="A0FF75"/>
                    </a:solidFill>
                  </a:tcPr>
                </a:tc>
                <a:tc vMerge="1">
                  <a:txBody>
                    <a:bodyPr/>
                    <a:lstStyle/>
                    <a:p>
                      <a:pPr algn="ctr" rtl="0">
                        <a:buNone/>
                      </a:pPr>
                      <a:endParaRPr lang="da-DK" sz="1800" b="1" i="0" u="none" strike="noStrike" cap="none">
                        <a:solidFill>
                          <a:srgbClr val="1F1F1F"/>
                        </a:solidFill>
                        <a:effectLst/>
                        <a:latin typeface="+mn-lt"/>
                        <a:ea typeface="+mn-ea"/>
                        <a:cs typeface="+mn-cs"/>
                        <a:sym typeface="Arial"/>
                      </a:endParaRPr>
                    </a:p>
                  </a:txBody>
                  <a:tcPr marL="114300" marR="114300" marT="76200" marB="762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vMerge="1">
                  <a:txBody>
                    <a:bodyPr/>
                    <a:lstStyle/>
                    <a:p>
                      <a:pPr algn="ctr" rtl="0">
                        <a:buNone/>
                      </a:pPr>
                      <a:endParaRPr lang="da-DK" sz="1800">
                        <a:solidFill>
                          <a:srgbClr val="1F1F1F"/>
                        </a:solidFill>
                        <a:effectLst/>
                        <a:latin typeface="Google Sans Text"/>
                      </a:endParaRPr>
                    </a:p>
                  </a:txBody>
                  <a:tcPr marL="114300" marR="114300" marT="76200" marB="762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vMerge="1">
                  <a:txBody>
                    <a:bodyPr/>
                    <a:lstStyle/>
                    <a:p>
                      <a:pPr rtl="1"/>
                      <a:endParaRPr lang="he-IL"/>
                    </a:p>
                  </a:txBody>
                  <a:tcPr/>
                </a:tc>
                <a:tc>
                  <a:txBody>
                    <a:bodyPr/>
                    <a:lstStyle/>
                    <a:p>
                      <a:pPr algn="ctr" rtl="0">
                        <a:buNone/>
                      </a:pPr>
                      <a:r>
                        <a:rPr lang="da-DK" sz="1600" b="0" i="0" u="none" strike="noStrike" cap="none" baseline="0" dirty="0">
                          <a:solidFill>
                            <a:srgbClr val="1F1F1F"/>
                          </a:solidFill>
                          <a:effectLst/>
                          <a:latin typeface="Arial" panose="020B0604020202020204" pitchFamily="34" charset="0"/>
                          <a:ea typeface="+mn-ea"/>
                          <a:cs typeface="+mn-cs"/>
                          <a:sym typeface="Arial"/>
                        </a:rPr>
                        <a:t>Initial Evaluation &amp; Lab Demos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a:txBody>
                    <a:bodyPr/>
                    <a:lstStyle/>
                    <a:p>
                      <a:pPr algn="ctr" rtl="0">
                        <a:buNone/>
                      </a:pPr>
                      <a:r>
                        <a:rPr lang="da-DK" sz="1600" b="0" baseline="0" dirty="0">
                          <a:solidFill>
                            <a:srgbClr val="1F1F1F"/>
                          </a:solidFill>
                          <a:effectLst/>
                          <a:latin typeface="Arial" panose="020B0604020202020204" pitchFamily="34" charset="0"/>
                          <a:cs typeface="+mn-cs"/>
                        </a:rPr>
                        <a:t>Basic Test Flight</a:t>
                      </a:r>
                      <a:br>
                        <a:rPr lang="da-DK" sz="1600" b="0" baseline="0" dirty="0">
                          <a:solidFill>
                            <a:srgbClr val="1F1F1F"/>
                          </a:solidFill>
                          <a:effectLst/>
                          <a:latin typeface="Arial" panose="020B0604020202020204" pitchFamily="34" charset="0"/>
                          <a:cs typeface="+mn-cs"/>
                        </a:rPr>
                      </a:br>
                      <a:r>
                        <a:rPr lang="da-DK" sz="1600" b="0" baseline="0" dirty="0">
                          <a:solidFill>
                            <a:srgbClr val="1F1F1F"/>
                          </a:solidFill>
                          <a:effectLst/>
                          <a:latin typeface="Arial" panose="020B0604020202020204" pitchFamily="34" charset="0"/>
                          <a:cs typeface="+mn-cs"/>
                        </a:rPr>
                        <a:t>(External PC)</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a:txBody>
                    <a:bodyPr/>
                    <a:lstStyle/>
                    <a:p>
                      <a:pPr algn="ctr" rtl="0">
                        <a:buNone/>
                      </a:pPr>
                      <a:r>
                        <a:rPr lang="da-DK" sz="1600" b="0" baseline="0" dirty="0">
                          <a:solidFill>
                            <a:srgbClr val="1F1F1F"/>
                          </a:solidFill>
                          <a:effectLst/>
                          <a:latin typeface="Arial" panose="020B0604020202020204" pitchFamily="34" charset="0"/>
                          <a:cs typeface="+mn-cs"/>
                        </a:rPr>
                        <a:t>Test Flight + HIVE (CPU)</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a:txBody>
                    <a:bodyPr/>
                    <a:lstStyle/>
                    <a:p>
                      <a:pPr algn="ctr" rtl="0">
                        <a:buNone/>
                      </a:pPr>
                      <a:r>
                        <a:rPr lang="da-DK" sz="1600" b="0" baseline="0" dirty="0">
                          <a:solidFill>
                            <a:srgbClr val="1F1F1F"/>
                          </a:solidFill>
                          <a:effectLst/>
                          <a:latin typeface="Arial" panose="020B0604020202020204" pitchFamily="34" charset="0"/>
                          <a:cs typeface="+mn-cs"/>
                        </a:rPr>
                        <a:t>Test flight w/o HIVE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a:txBody>
                    <a:bodyPr/>
                    <a:lstStyle/>
                    <a:p>
                      <a:pPr algn="ctr" rtl="0">
                        <a:buNone/>
                      </a:pPr>
                      <a:r>
                        <a:rPr lang="da-DK" sz="1600" b="0" baseline="0" dirty="0">
                          <a:solidFill>
                            <a:srgbClr val="1F1F1F"/>
                          </a:solidFill>
                          <a:effectLst/>
                          <a:latin typeface="Arial" panose="020B0604020202020204" pitchFamily="34" charset="0"/>
                          <a:cs typeface="+mn-cs"/>
                        </a:rPr>
                        <a:t>Fully Operational Flight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lin ang="13500000" scaled="1"/>
                      <a:tileRect/>
                    </a:gradFill>
                  </a:tcPr>
                </a:tc>
                <a:tc vMerge="1">
                  <a:txBody>
                    <a:bodyPr/>
                    <a:lstStyle/>
                    <a:p>
                      <a:pPr algn="ctr" rtl="0">
                        <a:buNone/>
                      </a:pPr>
                      <a:endParaRPr lang="da-DK" sz="1800">
                        <a:solidFill>
                          <a:srgbClr val="1F1F1F"/>
                        </a:solidFill>
                        <a:effectLst/>
                        <a:latin typeface="Google Sans Text"/>
                      </a:endParaRPr>
                    </a:p>
                  </a:txBody>
                  <a:tcPr marL="114300" marR="114300" marT="76200" marB="762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vMerge="1">
                  <a:txBody>
                    <a:bodyPr/>
                    <a:lstStyle/>
                    <a:p>
                      <a:pPr algn="ctr" rtl="0">
                        <a:buNone/>
                      </a:pPr>
                      <a:endParaRPr lang="da-DK" sz="1800">
                        <a:solidFill>
                          <a:srgbClr val="1F1F1F"/>
                        </a:solidFill>
                        <a:effectLst/>
                        <a:latin typeface="Google Sans Text"/>
                      </a:endParaRPr>
                    </a:p>
                  </a:txBody>
                  <a:tcPr marL="114300" marR="114300" marT="76200" marB="762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vMerge="1">
                  <a:txBody>
                    <a:bodyPr/>
                    <a:lstStyle/>
                    <a:p>
                      <a:pPr algn="ctr" rtl="0">
                        <a:buNone/>
                      </a:pPr>
                      <a:endParaRPr lang="da-DK" sz="18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574981193"/>
                  </a:ext>
                </a:extLst>
              </a:tr>
              <a:tr h="960583">
                <a:tc>
                  <a:txBody>
                    <a:bodyPr/>
                    <a:lstStyle/>
                    <a:p>
                      <a:pPr algn="ctr" rtl="0">
                        <a:buNone/>
                      </a:pPr>
                      <a:r>
                        <a:rPr lang="he-IL" sz="1800" b="1" baseline="0" dirty="0">
                          <a:solidFill>
                            <a:srgbClr val="1F1F1F"/>
                          </a:solidFill>
                          <a:effectLst/>
                          <a:latin typeface="Arial" panose="020B0604020202020204" pitchFamily="34" charset="0"/>
                          <a:cs typeface="+mn-cs"/>
                        </a:rPr>
                        <a:t>1</a:t>
                      </a:r>
                      <a:endParaRPr lang="he-IL" sz="180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path path="circle">
                        <a:fillToRect l="100000" t="100000"/>
                      </a:path>
                      <a:tileRect r="-100000" b="-100000"/>
                    </a:gradFill>
                  </a:tcPr>
                </a:tc>
                <a:tc rowSpan="2">
                  <a:txBody>
                    <a:bodyPr/>
                    <a:lstStyle/>
                    <a:p>
                      <a:pPr marR="0" algn="ctr" rtl="0">
                        <a:lnSpc>
                          <a:spcPct val="100000"/>
                        </a:lnSpc>
                        <a:spcBef>
                          <a:spcPts val="0"/>
                        </a:spcBef>
                        <a:spcAft>
                          <a:spcPts val="0"/>
                        </a:spcAft>
                        <a:buClr>
                          <a:srgbClr val="000000"/>
                        </a:buClr>
                        <a:buFont typeface="Arial"/>
                        <a:buNone/>
                      </a:pPr>
                      <a:r>
                        <a:rPr lang="da-DK" sz="1800" b="1" i="0" u="none" strike="noStrike" cap="none" baseline="0" dirty="0">
                          <a:solidFill>
                            <a:srgbClr val="1F1F1F"/>
                          </a:solidFill>
                          <a:effectLst/>
                          <a:latin typeface="Arial" panose="020B0604020202020204" pitchFamily="34" charset="0"/>
                          <a:ea typeface="+mn-ea"/>
                          <a:cs typeface="+mn-cs"/>
                          <a:sym typeface="Arial"/>
                        </a:rPr>
                        <a:t>Fast Integration</a:t>
                      </a:r>
                    </a:p>
                    <a:p>
                      <a:pPr marR="0" algn="ctr" rtl="0">
                        <a:lnSpc>
                          <a:spcPct val="100000"/>
                        </a:lnSpc>
                        <a:spcBef>
                          <a:spcPts val="0"/>
                        </a:spcBef>
                        <a:spcAft>
                          <a:spcPts val="0"/>
                        </a:spcAft>
                        <a:buClr>
                          <a:srgbClr val="000000"/>
                        </a:buClr>
                        <a:buFont typeface="Arial"/>
                        <a:buNone/>
                      </a:pPr>
                      <a:r>
                        <a:rPr lang="da-DK" sz="1800" b="1" i="0" u="none" strike="noStrike" cap="none" baseline="0" dirty="0">
                          <a:solidFill>
                            <a:srgbClr val="1F1F1F"/>
                          </a:solidFill>
                          <a:effectLst/>
                          <a:latin typeface="Arial" panose="020B0604020202020204" pitchFamily="34" charset="0"/>
                          <a:ea typeface="+mn-ea"/>
                          <a:cs typeface="+mn-cs"/>
                          <a:sym typeface="Arial"/>
                        </a:rPr>
                        <a:t>Payload PC</a:t>
                      </a:r>
                    </a:p>
                    <a:p>
                      <a:pPr marR="0" algn="ctr" rtl="0">
                        <a:lnSpc>
                          <a:spcPct val="100000"/>
                        </a:lnSpc>
                        <a:spcBef>
                          <a:spcPts val="0"/>
                        </a:spcBef>
                        <a:spcAft>
                          <a:spcPts val="0"/>
                        </a:spcAft>
                        <a:buClr>
                          <a:srgbClr val="000000"/>
                        </a:buClr>
                        <a:buFont typeface="Arial"/>
                        <a:buNone/>
                      </a:pPr>
                      <a:r>
                        <a:rPr lang="da-DK" sz="1800" b="1" i="0" u="none" strike="noStrike" cap="none" baseline="0" dirty="0">
                          <a:solidFill>
                            <a:srgbClr val="1F1F1F"/>
                          </a:solidFill>
                          <a:effectLst/>
                          <a:latin typeface="Arial" panose="020B0604020202020204" pitchFamily="34" charset="0"/>
                          <a:ea typeface="+mn-ea"/>
                          <a:cs typeface="+mn-cs"/>
                          <a:sym typeface="Arial"/>
                        </a:rPr>
                        <a:t>+ GCS*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1" baseline="0" dirty="0">
                          <a:solidFill>
                            <a:srgbClr val="1F1F1F"/>
                          </a:solidFill>
                          <a:effectLst/>
                          <a:latin typeface="Arial" panose="020B0604020202020204" pitchFamily="34" charset="0"/>
                          <a:cs typeface="+mn-cs"/>
                        </a:rPr>
                        <a:t>Operation Kit</a:t>
                      </a:r>
                      <a:endParaRPr lang="da-DK" sz="180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aseline="0" dirty="0">
                          <a:solidFill>
                            <a:srgbClr val="1F1F1F"/>
                          </a:solidFill>
                          <a:effectLst/>
                          <a:latin typeface="Arial" panose="020B0604020202020204" pitchFamily="34" charset="0"/>
                          <a:cs typeface="+mn-cs"/>
                        </a:rPr>
                        <a:t>Full operation kit – Plug &amp; play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a:lnSpc>
                          <a:spcPct val="100000"/>
                        </a:lnSpc>
                        <a:spcBef>
                          <a:spcPts val="0"/>
                        </a:spcBef>
                        <a:spcAft>
                          <a:spcPts val="0"/>
                        </a:spcAft>
                        <a:buClr>
                          <a:srgbClr val="000000"/>
                        </a:buClr>
                        <a:buFont typeface="Arial"/>
                        <a:buNone/>
                      </a:pPr>
                      <a:r>
                        <a:rPr lang="da-DK" sz="1800" b="0" i="0" u="none" strike="noStrike" cap="none" baseline="0" dirty="0">
                          <a:solidFill>
                            <a:srgbClr val="1F1F1F"/>
                          </a:solidFill>
                          <a:effectLst/>
                          <a:latin typeface="Arial" panose="020B0604020202020204" pitchFamily="34" charset="0"/>
                          <a:ea typeface="+mn-ea"/>
                          <a:cs typeface="+mn-cs"/>
                          <a:sym typeface="Arial"/>
                        </a:rPr>
                        <a:t>10 Mins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a:lnSpc>
                          <a:spcPct val="100000"/>
                        </a:lnSpc>
                        <a:spcBef>
                          <a:spcPts val="0"/>
                        </a:spcBef>
                        <a:spcAft>
                          <a:spcPts val="0"/>
                        </a:spcAft>
                        <a:buClr>
                          <a:srgbClr val="000000"/>
                        </a:buClr>
                        <a:buFont typeface="Arial"/>
                        <a:buNone/>
                      </a:pPr>
                      <a:r>
                        <a:rPr lang="da-DK" sz="1800" b="0" i="0" u="none" strike="noStrike" cap="none" baseline="0" dirty="0">
                          <a:solidFill>
                            <a:srgbClr val="1F1F1F"/>
                          </a:solidFill>
                          <a:effectLst/>
                          <a:latin typeface="Arial" panose="020B0604020202020204" pitchFamily="34" charset="0"/>
                          <a:ea typeface="+mn-ea"/>
                          <a:cs typeface="+mn-cs"/>
                          <a:sym typeface="Arial"/>
                        </a:rPr>
                        <a:t>1 Day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a-DK" sz="1800" b="0" i="0" u="none" strike="noStrike" cap="none" baseline="0" dirty="0">
                          <a:solidFill>
                            <a:srgbClr val="1F1F1F"/>
                          </a:solidFill>
                          <a:effectLst/>
                          <a:latin typeface="Arial" panose="020B0604020202020204" pitchFamily="34" charset="0"/>
                          <a:ea typeface="+mn-ea"/>
                          <a:cs typeface="+mn-cs"/>
                          <a:sym typeface="Arial"/>
                        </a:rPr>
                        <a:t>2-4 weeks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067119"/>
                  </a:ext>
                </a:extLst>
              </a:tr>
              <a:tr h="1535902">
                <a:tc>
                  <a:txBody>
                    <a:bodyPr/>
                    <a:lstStyle/>
                    <a:p>
                      <a:pPr algn="ctr" rtl="0">
                        <a:buNone/>
                      </a:pPr>
                      <a:r>
                        <a:rPr lang="he-IL" sz="1800" b="1" baseline="0" dirty="0">
                          <a:solidFill>
                            <a:srgbClr val="1F1F1F"/>
                          </a:solidFill>
                          <a:effectLst/>
                          <a:latin typeface="Arial" panose="020B0604020202020204" pitchFamily="34" charset="0"/>
                          <a:cs typeface="+mn-cs"/>
                        </a:rPr>
                        <a:t>2</a:t>
                      </a:r>
                      <a:endParaRPr lang="he-IL" sz="1800" dirty="0">
                        <a:solidFill>
                          <a:srgbClr val="1F1F1F"/>
                        </a:solidFill>
                        <a:effectLst/>
                        <a:latin typeface="+mj-l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path path="circle">
                        <a:fillToRect l="100000" t="100000"/>
                      </a:path>
                      <a:tileRect r="-100000" b="-100000"/>
                    </a:gradFill>
                  </a:tcPr>
                </a:tc>
                <a:tc vMerge="1">
                  <a:txBody>
                    <a:bodyPr/>
                    <a:lstStyle/>
                    <a:p>
                      <a:pPr marR="0" algn="ctr" rtl="0">
                        <a:lnSpc>
                          <a:spcPct val="100000"/>
                        </a:lnSpc>
                        <a:spcBef>
                          <a:spcPts val="0"/>
                        </a:spcBef>
                        <a:spcAft>
                          <a:spcPts val="0"/>
                        </a:spcAft>
                        <a:buClr>
                          <a:srgbClr val="000000"/>
                        </a:buClr>
                        <a:buFont typeface="Arial"/>
                        <a:buNone/>
                      </a:pPr>
                      <a:endParaRPr lang="da-DK" sz="1800" b="1" i="0" u="none" strike="noStrike" cap="none" dirty="0">
                        <a:solidFill>
                          <a:srgbClr val="1F1F1F"/>
                        </a:solidFill>
                        <a:effectLst/>
                        <a:latin typeface="+mn-lt"/>
                        <a:ea typeface="+mn-ea"/>
                        <a:cs typeface="+mn-cs"/>
                        <a:sym typeface="Arial"/>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a-DK" sz="1800" b="1" baseline="0" dirty="0">
                          <a:solidFill>
                            <a:srgbClr val="1F1F1F"/>
                          </a:solidFill>
                          <a:effectLst/>
                          <a:latin typeface="Arial" panose="020B0604020202020204" pitchFamily="34" charset="0"/>
                          <a:cs typeface="+mn-cs"/>
                        </a:rPr>
                        <a:t>Basic Operation </a:t>
                      </a:r>
                      <a:endParaRPr lang="da-DK" sz="180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aseline="0" dirty="0">
                          <a:solidFill>
                            <a:srgbClr val="1F1F1F"/>
                          </a:solidFill>
                          <a:effectLst/>
                          <a:latin typeface="Arial" panose="020B0604020202020204" pitchFamily="34" charset="0"/>
                          <a:cs typeface="+mn-cs"/>
                        </a:rPr>
                        <a:t>We supply – </a:t>
                      </a:r>
                      <a:br>
                        <a:rPr lang="da-DK" sz="1800" baseline="0" dirty="0">
                          <a:solidFill>
                            <a:srgbClr val="1F1F1F"/>
                          </a:solidFill>
                          <a:effectLst/>
                          <a:latin typeface="Arial" panose="020B0604020202020204" pitchFamily="34" charset="0"/>
                          <a:cs typeface="+mn-cs"/>
                        </a:rPr>
                      </a:br>
                      <a:r>
                        <a:rPr lang="da-DK" sz="1800" baseline="0" dirty="0">
                          <a:solidFill>
                            <a:srgbClr val="1F1F1F"/>
                          </a:solidFill>
                          <a:effectLst/>
                          <a:latin typeface="Arial" panose="020B0604020202020204" pitchFamily="34" charset="0"/>
                          <a:cs typeface="+mn-cs"/>
                        </a:rPr>
                        <a:t>Payload + HIVE (CPU) &amp; cables</a:t>
                      </a:r>
                      <a:br>
                        <a:rPr lang="da-DK" sz="1800" baseline="0" dirty="0">
                          <a:solidFill>
                            <a:srgbClr val="1F1F1F"/>
                          </a:solidFill>
                          <a:effectLst/>
                          <a:latin typeface="Arial" panose="020B0604020202020204" pitchFamily="34" charset="0"/>
                          <a:cs typeface="+mn-cs"/>
                        </a:rPr>
                      </a:br>
                      <a:br>
                        <a:rPr lang="da-DK" sz="1800" baseline="0" dirty="0">
                          <a:solidFill>
                            <a:srgbClr val="1F1F1F"/>
                          </a:solidFill>
                          <a:effectLst/>
                          <a:latin typeface="Arial" panose="020B0604020202020204" pitchFamily="34" charset="0"/>
                          <a:cs typeface="+mn-cs"/>
                        </a:rPr>
                      </a:br>
                      <a:r>
                        <a:rPr lang="da-DK" sz="1800" baseline="0" dirty="0">
                          <a:solidFill>
                            <a:srgbClr val="1F1F1F"/>
                          </a:solidFill>
                          <a:effectLst/>
                          <a:latin typeface="Arial" panose="020B0604020202020204" pitchFamily="34" charset="0"/>
                          <a:cs typeface="+mn-cs"/>
                        </a:rPr>
                        <a:t>Electric &amp; Mechanic Integration is on you</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a:solidFill>
                            <a:srgbClr val="1F1F1F"/>
                          </a:solidFill>
                          <a:effectLst/>
                          <a:latin typeface="Arial" panose="020B0604020202020204" pitchFamily="34" charset="0"/>
                          <a:cs typeface="+mn-cs"/>
                        </a:rPr>
                        <a:t>V</a:t>
                      </a: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a:solidFill>
                            <a:srgbClr val="1F1F1F"/>
                          </a:solidFill>
                          <a:effectLst/>
                          <a:latin typeface="Arial" panose="020B0604020202020204" pitchFamily="34" charset="0"/>
                          <a:cs typeface="+mn-cs"/>
                        </a:rPr>
                        <a:t>V</a:t>
                      </a: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a:lnSpc>
                          <a:spcPct val="100000"/>
                        </a:lnSpc>
                        <a:spcBef>
                          <a:spcPts val="0"/>
                        </a:spcBef>
                        <a:spcAft>
                          <a:spcPts val="0"/>
                        </a:spcAft>
                        <a:buClr>
                          <a:srgbClr val="000000"/>
                        </a:buClr>
                        <a:buFont typeface="Arial"/>
                        <a:buNone/>
                      </a:pPr>
                      <a:r>
                        <a:rPr lang="da-DK" sz="1800" b="0" i="0" u="none" strike="noStrike" cap="none" baseline="0">
                          <a:solidFill>
                            <a:srgbClr val="1F1F1F"/>
                          </a:solidFill>
                          <a:effectLst/>
                          <a:latin typeface="Arial" panose="020B0604020202020204" pitchFamily="34" charset="0"/>
                          <a:ea typeface="+mn-ea"/>
                          <a:cs typeface="+mn-cs"/>
                          <a:sym typeface="Arial"/>
                        </a:rPr>
                        <a:t>15 Mins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a:lnSpc>
                          <a:spcPct val="100000"/>
                        </a:lnSpc>
                        <a:spcBef>
                          <a:spcPts val="0"/>
                        </a:spcBef>
                        <a:spcAft>
                          <a:spcPts val="0"/>
                        </a:spcAft>
                        <a:buClr>
                          <a:srgbClr val="000000"/>
                        </a:buClr>
                        <a:buFont typeface="Arial"/>
                        <a:buNone/>
                      </a:pPr>
                      <a:r>
                        <a:rPr lang="da-DK" sz="1800" b="0" i="0" u="none" strike="noStrike" cap="none" baseline="0" dirty="0">
                          <a:solidFill>
                            <a:srgbClr val="1F1F1F"/>
                          </a:solidFill>
                          <a:effectLst/>
                          <a:latin typeface="Arial" panose="020B0604020202020204" pitchFamily="34" charset="0"/>
                          <a:ea typeface="+mn-ea"/>
                          <a:cs typeface="+mn-cs"/>
                          <a:sym typeface="Arial"/>
                        </a:rPr>
                        <a:t>1 Day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33815"/>
                  </a:ext>
                </a:extLst>
              </a:tr>
              <a:tr h="698165">
                <a:tc>
                  <a:txBody>
                    <a:bodyPr/>
                    <a:lstStyle/>
                    <a:p>
                      <a:pPr algn="ctr" rtl="0">
                        <a:buNone/>
                      </a:pPr>
                      <a:r>
                        <a:rPr lang="he-IL" sz="1800" b="1" baseline="0" dirty="0">
                          <a:solidFill>
                            <a:srgbClr val="1F1F1F"/>
                          </a:solidFill>
                          <a:effectLst/>
                          <a:latin typeface="Arial" panose="020B0604020202020204" pitchFamily="34" charset="0"/>
                          <a:cs typeface="+mn-cs"/>
                        </a:rPr>
                        <a:t>3</a:t>
                      </a:r>
                      <a:endParaRPr lang="he-IL" sz="180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path path="circle">
                        <a:fillToRect l="100000" t="100000"/>
                      </a:path>
                      <a:tileRect r="-100000" b="-100000"/>
                    </a:gradFill>
                  </a:tcPr>
                </a:tc>
                <a:tc rowSpan="3">
                  <a:txBody>
                    <a:bodyPr/>
                    <a:lstStyle/>
                    <a:p>
                      <a:pPr marR="0" algn="ctr" rtl="0">
                        <a:lnSpc>
                          <a:spcPct val="100000"/>
                        </a:lnSpc>
                        <a:spcBef>
                          <a:spcPts val="0"/>
                        </a:spcBef>
                        <a:spcAft>
                          <a:spcPts val="0"/>
                        </a:spcAft>
                        <a:buClr>
                          <a:srgbClr val="000000"/>
                        </a:buClr>
                        <a:buFont typeface="Arial"/>
                        <a:buNone/>
                      </a:pPr>
                      <a:r>
                        <a:rPr lang="da-DK" sz="1800" b="1" i="0" u="none" strike="noStrike" cap="none" baseline="0" dirty="0">
                          <a:solidFill>
                            <a:srgbClr val="1F1F1F"/>
                          </a:solidFill>
                          <a:effectLst/>
                          <a:latin typeface="Arial" panose="020B0604020202020204" pitchFamily="34" charset="0"/>
                          <a:ea typeface="+mn-ea"/>
                          <a:cs typeface="+mn-cs"/>
                          <a:sym typeface="Arial"/>
                        </a:rPr>
                        <a:t>Advanced integration into GCS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1" baseline="0">
                          <a:solidFill>
                            <a:srgbClr val="1F1F1F"/>
                          </a:solidFill>
                          <a:effectLst/>
                          <a:latin typeface="Arial" panose="020B0604020202020204" pitchFamily="34" charset="0"/>
                          <a:cs typeface="+mn-cs"/>
                        </a:rPr>
                        <a:t>HIVE + SDK</a:t>
                      </a:r>
                      <a:endParaRPr lang="da-DK" sz="1800" baseline="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da-DK" sz="1800" baseline="0" dirty="0">
                          <a:solidFill>
                            <a:srgbClr val="1F1F1F"/>
                          </a:solidFill>
                          <a:effectLst/>
                          <a:latin typeface="Arial" panose="020B0604020202020204" pitchFamily="34" charset="0"/>
                          <a:cs typeface="+mn-cs"/>
                        </a:rPr>
                        <a:t>We supply – </a:t>
                      </a:r>
                      <a:br>
                        <a:rPr lang="da-DK" sz="1800" baseline="0" dirty="0">
                          <a:solidFill>
                            <a:srgbClr val="1F1F1F"/>
                          </a:solidFill>
                          <a:effectLst/>
                          <a:latin typeface="Arial" panose="020B0604020202020204" pitchFamily="34" charset="0"/>
                          <a:cs typeface="+mn-cs"/>
                        </a:rPr>
                      </a:br>
                      <a:r>
                        <a:rPr lang="da-DK" sz="1800" baseline="0" dirty="0">
                          <a:solidFill>
                            <a:srgbClr val="1F1F1F"/>
                          </a:solidFill>
                          <a:effectLst/>
                          <a:latin typeface="Arial" panose="020B0604020202020204" pitchFamily="34" charset="0"/>
                          <a:cs typeface="+mn-cs"/>
                        </a:rPr>
                        <a:t>Payload + HIVE (CPU) &amp; cables</a:t>
                      </a:r>
                      <a:br>
                        <a:rPr lang="da-DK" sz="1800" baseline="0" dirty="0">
                          <a:solidFill>
                            <a:srgbClr val="1F1F1F"/>
                          </a:solidFill>
                          <a:effectLst/>
                          <a:latin typeface="Arial" panose="020B0604020202020204" pitchFamily="34" charset="0"/>
                          <a:cs typeface="+mn-cs"/>
                        </a:rPr>
                      </a:br>
                      <a:br>
                        <a:rPr lang="da-DK" sz="1800" baseline="0" dirty="0">
                          <a:solidFill>
                            <a:srgbClr val="1F1F1F"/>
                          </a:solidFill>
                          <a:effectLst/>
                          <a:latin typeface="Arial" panose="020B0604020202020204" pitchFamily="34" charset="0"/>
                          <a:cs typeface="+mn-cs"/>
                        </a:rPr>
                      </a:br>
                      <a:r>
                        <a:rPr lang="da-DK" sz="1800" baseline="0" dirty="0">
                          <a:solidFill>
                            <a:srgbClr val="1F1F1F"/>
                          </a:solidFill>
                          <a:effectLst/>
                          <a:latin typeface="Arial" panose="020B0604020202020204" pitchFamily="34" charset="0"/>
                          <a:cs typeface="+mn-cs"/>
                        </a:rPr>
                        <a:t>Electric, Mechanic and </a:t>
                      </a:r>
                      <a:r>
                        <a:rPr lang="da-DK" sz="1800" b="0" baseline="0" dirty="0">
                          <a:solidFill>
                            <a:srgbClr val="1F1F1F"/>
                          </a:solidFill>
                          <a:effectLst/>
                          <a:latin typeface="Arial" panose="020B0604020202020204" pitchFamily="34" charset="0"/>
                          <a:cs typeface="+mn-cs"/>
                        </a:rPr>
                        <a:t>Software</a:t>
                      </a:r>
                      <a:r>
                        <a:rPr lang="da-DK" sz="1800" baseline="0" dirty="0">
                          <a:solidFill>
                            <a:srgbClr val="1F1F1F"/>
                          </a:solidFill>
                          <a:effectLst/>
                          <a:latin typeface="Arial" panose="020B0604020202020204" pitchFamily="34" charset="0"/>
                          <a:cs typeface="+mn-cs"/>
                        </a:rPr>
                        <a:t> Integration is on you</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a:lnSpc>
                          <a:spcPct val="100000"/>
                        </a:lnSpc>
                        <a:spcBef>
                          <a:spcPts val="0"/>
                        </a:spcBef>
                        <a:spcAft>
                          <a:spcPts val="0"/>
                        </a:spcAft>
                        <a:buClr>
                          <a:srgbClr val="000000"/>
                        </a:buClr>
                        <a:buFont typeface="Arial"/>
                        <a:buNone/>
                      </a:pPr>
                      <a:r>
                        <a:rPr lang="da-DK" sz="1800" b="0" i="0" u="none" strike="noStrike" cap="none" baseline="0" dirty="0">
                          <a:solidFill>
                            <a:srgbClr val="1F1F1F"/>
                          </a:solidFill>
                          <a:effectLst/>
                          <a:latin typeface="Arial" panose="020B0604020202020204" pitchFamily="34" charset="0"/>
                          <a:ea typeface="+mn-ea"/>
                          <a:cs typeface="+mn-cs"/>
                          <a:sym typeface="Arial"/>
                        </a:rPr>
                        <a:t>1-2 Days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a:lnSpc>
                          <a:spcPct val="100000"/>
                        </a:lnSpc>
                        <a:spcBef>
                          <a:spcPts val="0"/>
                        </a:spcBef>
                        <a:spcAft>
                          <a:spcPts val="0"/>
                        </a:spcAft>
                        <a:buClr>
                          <a:srgbClr val="000000"/>
                        </a:buClr>
                        <a:buFont typeface="Arial"/>
                        <a:buNone/>
                      </a:pPr>
                      <a:r>
                        <a:rPr lang="da-DK" sz="1800" b="0" i="0" u="none" strike="noStrike" cap="none" baseline="0" dirty="0">
                          <a:solidFill>
                            <a:srgbClr val="1F1F1F"/>
                          </a:solidFill>
                          <a:effectLst/>
                          <a:latin typeface="Arial" panose="020B0604020202020204" pitchFamily="34" charset="0"/>
                          <a:ea typeface="+mn-ea"/>
                          <a:cs typeface="+mn-cs"/>
                          <a:sym typeface="Arial"/>
                        </a:rPr>
                        <a:t>3 Days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5281135"/>
                  </a:ext>
                </a:extLst>
              </a:tr>
              <a:tr h="552714">
                <a:tc rowSpan="2">
                  <a:txBody>
                    <a:bodyPr/>
                    <a:lstStyle/>
                    <a:p>
                      <a:pPr algn="ctr" rtl="0">
                        <a:buNone/>
                      </a:pPr>
                      <a:r>
                        <a:rPr lang="he-IL" sz="1800" b="1" baseline="0" dirty="0">
                          <a:solidFill>
                            <a:srgbClr val="1F1F1F"/>
                          </a:solidFill>
                          <a:effectLst/>
                          <a:latin typeface="Arial" panose="020B0604020202020204" pitchFamily="34" charset="0"/>
                          <a:cs typeface="+mn-cs"/>
                        </a:rPr>
                        <a:t>4</a:t>
                      </a:r>
                      <a:endParaRPr lang="he-IL" sz="180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A0FF75">
                            <a:tint val="66000"/>
                            <a:satMod val="160000"/>
                          </a:srgbClr>
                        </a:gs>
                        <a:gs pos="50000">
                          <a:srgbClr val="A0FF75">
                            <a:tint val="44500"/>
                            <a:satMod val="160000"/>
                          </a:srgbClr>
                        </a:gs>
                        <a:gs pos="100000">
                          <a:srgbClr val="A0FF75">
                            <a:tint val="23500"/>
                            <a:satMod val="160000"/>
                          </a:srgbClr>
                        </a:gs>
                      </a:gsLst>
                      <a:path path="circle">
                        <a:fillToRect l="100000" t="100000"/>
                      </a:path>
                      <a:tileRect r="-100000" b="-100000"/>
                    </a:gradFill>
                  </a:tcPr>
                </a:tc>
                <a:tc vMerge="1">
                  <a:txBody>
                    <a:bodyPr/>
                    <a:lstStyle/>
                    <a:p>
                      <a:pPr algn="ctr" rtl="0">
                        <a:buNone/>
                      </a:pPr>
                      <a:endParaRPr lang="da-DK" sz="1800">
                        <a:solidFill>
                          <a:srgbClr val="1F1F1F"/>
                        </a:solidFill>
                        <a:effectLst/>
                        <a:latin typeface="Google Sans Text"/>
                      </a:endParaRPr>
                    </a:p>
                  </a:txBody>
                  <a:tcPr marL="114300" marR="114300" marT="76200" marB="76200" anchor="ctr"/>
                </a:tc>
                <a:tc rowSpan="2">
                  <a:txBody>
                    <a:bodyPr/>
                    <a:lstStyle/>
                    <a:p>
                      <a:pPr algn="ctr" rtl="0">
                        <a:buNone/>
                      </a:pPr>
                      <a:r>
                        <a:rPr lang="da-DK" sz="1800" b="1" baseline="0" dirty="0">
                          <a:solidFill>
                            <a:srgbClr val="1F1F1F"/>
                          </a:solidFill>
                          <a:effectLst/>
                          <a:latin typeface="Arial" panose="020B0604020202020204" pitchFamily="34" charset="0"/>
                          <a:cs typeface="+mn-cs"/>
                        </a:rPr>
                        <a:t>Docker + SDK</a:t>
                      </a:r>
                      <a:endParaRPr lang="da-DK" sz="180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a-DK" sz="1800" b="0" i="0" u="none" strike="noStrike" cap="none" baseline="0" dirty="0">
                          <a:solidFill>
                            <a:srgbClr val="1F1F1F"/>
                          </a:solidFill>
                          <a:effectLst/>
                          <a:latin typeface="Arial" panose="020B0604020202020204" pitchFamily="34" charset="0"/>
                          <a:ea typeface="+mn-ea"/>
                          <a:cs typeface="+mn-cs"/>
                          <a:sym typeface="Arial"/>
                        </a:rPr>
                        <a:t>Docker Basic </a:t>
                      </a:r>
                      <a:r>
                        <a:rPr lang="en-US" sz="1800" b="0" i="0" u="none" strike="noStrike" cap="none" baseline="0" dirty="0">
                          <a:solidFill>
                            <a:srgbClr val="1F1F1F"/>
                          </a:solidFill>
                          <a:effectLst/>
                          <a:latin typeface="Arial" panose="020B0604020202020204" pitchFamily="34" charset="0"/>
                          <a:ea typeface="+mn-ea"/>
                          <a:cs typeface="+mn-cs"/>
                          <a:sym typeface="Arial"/>
                        </a:rPr>
                        <a:t>checks</a:t>
                      </a:r>
                      <a:endParaRPr lang="da-DK" sz="1800" b="0" i="0" u="none" strike="noStrike" cap="none" baseline="0" dirty="0">
                        <a:solidFill>
                          <a:srgbClr val="1F1F1F"/>
                        </a:solidFill>
                        <a:effectLst/>
                        <a:latin typeface="Arial" panose="020B0604020202020204" pitchFamily="34" charset="0"/>
                        <a:ea typeface="+mn-ea"/>
                        <a:cs typeface="+mn-cs"/>
                        <a:sym typeface="Arial"/>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a-DK" sz="1800" b="0" i="0" u="none" strike="noStrike" cap="none" baseline="0" dirty="0">
                          <a:solidFill>
                            <a:srgbClr val="1F1F1F"/>
                          </a:solidFill>
                          <a:effectLst/>
                          <a:latin typeface="Arial" panose="020B0604020202020204" pitchFamily="34" charset="0"/>
                          <a:ea typeface="+mn-ea"/>
                          <a:cs typeface="+mn-cs"/>
                          <a:sym typeface="Arial"/>
                        </a:rPr>
                        <a:t>2 Hours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a:lnSpc>
                          <a:spcPct val="100000"/>
                        </a:lnSpc>
                        <a:spcBef>
                          <a:spcPts val="0"/>
                        </a:spcBef>
                        <a:spcAft>
                          <a:spcPts val="0"/>
                        </a:spcAft>
                        <a:buClr>
                          <a:srgbClr val="000000"/>
                        </a:buClr>
                        <a:buFont typeface="Arial"/>
                        <a:buNone/>
                      </a:pPr>
                      <a:r>
                        <a:rPr lang="da-DK" sz="1800" b="0" i="0" u="none" strike="noStrike" cap="none" baseline="0" dirty="0">
                          <a:solidFill>
                            <a:srgbClr val="1F1F1F"/>
                          </a:solidFill>
                          <a:effectLst/>
                          <a:latin typeface="Arial" panose="020B0604020202020204" pitchFamily="34" charset="0"/>
                          <a:ea typeface="+mn-ea"/>
                          <a:cs typeface="+mn-cs"/>
                          <a:sym typeface="Arial"/>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791335"/>
                  </a:ext>
                </a:extLst>
              </a:tr>
              <a:tr h="838200">
                <a:tc vMerge="1">
                  <a:txBody>
                    <a:bodyPr/>
                    <a:lstStyle/>
                    <a:p>
                      <a:pPr rtl="1"/>
                      <a:endParaRPr lang="he-IL"/>
                    </a:p>
                  </a:txBody>
                  <a:tcPr/>
                </a:tc>
                <a:tc vMerge="1">
                  <a:txBody>
                    <a:bodyPr/>
                    <a:lstStyle/>
                    <a:p>
                      <a:pPr rtl="1"/>
                      <a:endParaRPr lang="he-IL"/>
                    </a:p>
                  </a:txBody>
                  <a:tcPr/>
                </a:tc>
                <a:tc vMerge="1">
                  <a:txBody>
                    <a:bodyPr/>
                    <a:lstStyle/>
                    <a:p>
                      <a:pPr rtl="1"/>
                      <a:endParaRPr lang="he-IL"/>
                    </a:p>
                  </a:txBody>
                  <a:tcPr/>
                </a:tc>
                <a:tc>
                  <a:txBody>
                    <a:bodyPr/>
                    <a:lstStyle/>
                    <a:p>
                      <a:pPr algn="ctr" rtl="0">
                        <a:buNone/>
                      </a:pPr>
                      <a:r>
                        <a:rPr lang="da-DK" sz="1800" baseline="0" dirty="0">
                          <a:solidFill>
                            <a:srgbClr val="1F1F1F"/>
                          </a:solidFill>
                          <a:effectLst/>
                          <a:latin typeface="Arial" panose="020B0604020202020204" pitchFamily="34" charset="0"/>
                          <a:cs typeface="+mn-cs"/>
                        </a:rPr>
                        <a:t>We supply – </a:t>
                      </a:r>
                    </a:p>
                    <a:p>
                      <a:pPr algn="ctr" rtl="0">
                        <a:buNone/>
                      </a:pPr>
                      <a:r>
                        <a:rPr lang="da-DK" sz="1800" baseline="0" dirty="0">
                          <a:solidFill>
                            <a:srgbClr val="1F1F1F"/>
                          </a:solidFill>
                          <a:effectLst/>
                          <a:latin typeface="Arial" panose="020B0604020202020204" pitchFamily="34" charset="0"/>
                          <a:cs typeface="+mn-cs"/>
                        </a:rPr>
                        <a:t>Payload &amp; cables</a:t>
                      </a:r>
                      <a:br>
                        <a:rPr lang="da-DK" sz="1800" baseline="0" dirty="0">
                          <a:solidFill>
                            <a:srgbClr val="1F1F1F"/>
                          </a:solidFill>
                          <a:effectLst/>
                          <a:latin typeface="Arial" panose="020B0604020202020204" pitchFamily="34" charset="0"/>
                          <a:cs typeface="+mn-cs"/>
                        </a:rPr>
                      </a:br>
                      <a:br>
                        <a:rPr lang="da-DK" sz="1800" baseline="0" dirty="0">
                          <a:solidFill>
                            <a:srgbClr val="1F1F1F"/>
                          </a:solidFill>
                          <a:effectLst/>
                          <a:latin typeface="Arial" panose="020B0604020202020204" pitchFamily="34" charset="0"/>
                          <a:cs typeface="+mn-cs"/>
                        </a:rPr>
                      </a:br>
                      <a:r>
                        <a:rPr lang="da-DK" sz="1800" baseline="0" dirty="0">
                          <a:solidFill>
                            <a:srgbClr val="1F1F1F"/>
                          </a:solidFill>
                          <a:effectLst/>
                          <a:latin typeface="Arial" panose="020B0604020202020204" pitchFamily="34" charset="0"/>
                          <a:cs typeface="+mn-cs"/>
                        </a:rPr>
                        <a:t>Electric, Mechanic and </a:t>
                      </a:r>
                      <a:r>
                        <a:rPr lang="da-DK" sz="1800" b="0" baseline="0" dirty="0">
                          <a:solidFill>
                            <a:srgbClr val="1F1F1F"/>
                          </a:solidFill>
                          <a:effectLst/>
                          <a:latin typeface="Arial" panose="020B0604020202020204" pitchFamily="34" charset="0"/>
                          <a:cs typeface="+mn-cs"/>
                        </a:rPr>
                        <a:t>Software</a:t>
                      </a:r>
                      <a:r>
                        <a:rPr lang="da-DK" sz="1800" baseline="0" dirty="0">
                          <a:solidFill>
                            <a:srgbClr val="1F1F1F"/>
                          </a:solidFill>
                          <a:effectLst/>
                          <a:latin typeface="Arial" panose="020B0604020202020204" pitchFamily="34" charset="0"/>
                          <a:cs typeface="+mn-cs"/>
                        </a:rPr>
                        <a:t> Integration is on you</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endParaRPr lang="en-US" sz="1800" b="0" baseline="0" dirty="0">
                        <a:solidFill>
                          <a:srgbClr val="1F1F1F"/>
                        </a:solidFill>
                        <a:effectLst/>
                        <a:latin typeface="Arial" panose="020B0604020202020204" pitchFamily="34" charset="0"/>
                        <a:cs typeface="+mn-cs"/>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buNone/>
                      </a:pPr>
                      <a:r>
                        <a:rPr lang="en-US" sz="1800" b="0" baseline="0" dirty="0">
                          <a:solidFill>
                            <a:srgbClr val="1F1F1F"/>
                          </a:solidFill>
                          <a:effectLst/>
                          <a:latin typeface="Arial" panose="020B0604020202020204" pitchFamily="34" charset="0"/>
                          <a:cs typeface="+mn-cs"/>
                        </a:rPr>
                        <a:t>V</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a-DK" sz="1800" b="0" i="0" u="none" strike="noStrike" cap="none" baseline="0" dirty="0">
                          <a:solidFill>
                            <a:srgbClr val="1F1F1F"/>
                          </a:solidFill>
                          <a:effectLst/>
                          <a:latin typeface="Arial" panose="020B0604020202020204" pitchFamily="34" charset="0"/>
                          <a:ea typeface="+mn-ea"/>
                          <a:cs typeface="+mn-cs"/>
                          <a:sym typeface="Arial"/>
                        </a:rPr>
                        <a:t>1-2 Days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a-DK" sz="1800" b="0" i="0" u="none" strike="noStrike" cap="none" baseline="0" dirty="0">
                          <a:solidFill>
                            <a:srgbClr val="1F1F1F"/>
                          </a:solidFill>
                          <a:effectLst/>
                          <a:latin typeface="Arial" panose="020B0604020202020204" pitchFamily="34" charset="0"/>
                          <a:ea typeface="+mn-ea"/>
                          <a:cs typeface="+mn-cs"/>
                          <a:sym typeface="Arial"/>
                        </a:rPr>
                        <a:t>3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4299887"/>
                  </a:ext>
                </a:extLst>
              </a:tr>
            </a:tbl>
          </a:graphicData>
        </a:graphic>
      </p:graphicFrame>
    </p:spTree>
    <p:extLst>
      <p:ext uri="{BB962C8B-B14F-4D97-AF65-F5344CB8AC3E}">
        <p14:creationId xmlns:p14="http://schemas.microsoft.com/office/powerpoint/2010/main" val="3150182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D03970DD-239F-B305-6076-3E1006D47125}"/>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07C1012F-599E-4A8B-7688-61A5E099B90E}"/>
              </a:ext>
            </a:extLst>
          </p:cNvPr>
          <p:cNvSpPr txBox="1">
            <a:spLocks noGrp="1"/>
          </p:cNvSpPr>
          <p:nvPr>
            <p:ph type="title"/>
          </p:nvPr>
        </p:nvSpPr>
        <p:spPr>
          <a:xfrm>
            <a:off x="752525" y="836869"/>
            <a:ext cx="16001143" cy="1463880"/>
          </a:xfrm>
          <a:prstGeom prst="rect">
            <a:avLst/>
          </a:prstGeom>
          <a:noFill/>
          <a:ln>
            <a:noFill/>
          </a:ln>
        </p:spPr>
        <p:txBody>
          <a:bodyPr spcFirstLastPara="1" wrap="square" lIns="91425" tIns="45700" rIns="91425" bIns="45700" anchor="t" anchorCtr="0">
            <a:noAutofit/>
          </a:bodyPr>
          <a:lstStyle/>
          <a:p>
            <a:r>
              <a:rPr lang="en-US" b="1" dirty="0"/>
              <a:t>Integration Overview</a:t>
            </a:r>
          </a:p>
        </p:txBody>
      </p:sp>
      <p:pic>
        <p:nvPicPr>
          <p:cNvPr id="4" name="Picture 3">
            <a:extLst>
              <a:ext uri="{FF2B5EF4-FFF2-40B4-BE49-F238E27FC236}">
                <a16:creationId xmlns:a16="http://schemas.microsoft.com/office/drawing/2014/main" id="{76153157-B100-64D5-E26B-ADB29CE36B0A}"/>
              </a:ext>
            </a:extLst>
          </p:cNvPr>
          <p:cNvPicPr>
            <a:picLocks noChangeAspect="1"/>
          </p:cNvPicPr>
          <p:nvPr/>
        </p:nvPicPr>
        <p:blipFill>
          <a:blip r:embed="rId3"/>
          <a:srcRect t="32247" b="33678"/>
          <a:stretch>
            <a:fillRect/>
          </a:stretch>
        </p:blipFill>
        <p:spPr>
          <a:xfrm>
            <a:off x="322476" y="6539241"/>
            <a:ext cx="3376462" cy="1724958"/>
          </a:xfrm>
          <a:prstGeom prst="rect">
            <a:avLst/>
          </a:prstGeom>
        </p:spPr>
      </p:pic>
      <p:pic>
        <p:nvPicPr>
          <p:cNvPr id="5" name="Picture 4">
            <a:extLst>
              <a:ext uri="{FF2B5EF4-FFF2-40B4-BE49-F238E27FC236}">
                <a16:creationId xmlns:a16="http://schemas.microsoft.com/office/drawing/2014/main" id="{3A1327A2-4062-7F25-F0FC-FC52BEF5939E}"/>
              </a:ext>
            </a:extLst>
          </p:cNvPr>
          <p:cNvPicPr>
            <a:picLocks noChangeAspect="1"/>
          </p:cNvPicPr>
          <p:nvPr/>
        </p:nvPicPr>
        <p:blipFill>
          <a:blip r:embed="rId4"/>
          <a:srcRect l="3565" t="7455" r="5506" b="11018"/>
          <a:stretch>
            <a:fillRect/>
          </a:stretch>
        </p:blipFill>
        <p:spPr>
          <a:xfrm>
            <a:off x="322476" y="9084818"/>
            <a:ext cx="2367960" cy="2123140"/>
          </a:xfrm>
          <a:prstGeom prst="rect">
            <a:avLst/>
          </a:prstGeom>
        </p:spPr>
      </p:pic>
      <p:pic>
        <p:nvPicPr>
          <p:cNvPr id="6" name="Picture 5">
            <a:extLst>
              <a:ext uri="{FF2B5EF4-FFF2-40B4-BE49-F238E27FC236}">
                <a16:creationId xmlns:a16="http://schemas.microsoft.com/office/drawing/2014/main" id="{CB387C56-205A-33F1-0EA5-9F59119F9BF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29853" b="73762" l="29688" r="69629">
                        <a14:foregroundMark x1="45410" y1="45382" x2="45410" y2="45382"/>
                        <a14:foregroundMark x1="53613" y1="38019" x2="53613" y2="38019"/>
                        <a14:foregroundMark x1="68359" y1="44578" x2="68359" y2="44578"/>
                        <a14:foregroundMark x1="69629" y1="47256" x2="69629" y2="47256"/>
                        <a14:foregroundMark x1="55078" y1="67336" x2="55078" y2="67336"/>
                        <a14:foregroundMark x1="54883" y1="71888" x2="54883" y2="71888"/>
                        <a14:foregroundMark x1="54785" y1="73762" x2="54785" y2="73762"/>
                        <a14:foregroundMark x1="60352" y1="39625" x2="60352" y2="39625"/>
                        <a14:foregroundMark x1="31445" y1="46988" x2="31445" y2="46988"/>
                        <a14:foregroundMark x1="29688" y1="51004" x2="29688" y2="51004"/>
                        <a14:foregroundMark x1="63965" y1="41633" x2="63965" y2="41633"/>
                        <a14:foregroundMark x1="56836" y1="63454" x2="56836" y2="63454"/>
                        <a14:foregroundMark x1="43262" y1="29853" x2="43262" y2="29853"/>
                      </a14:backgroundRemoval>
                    </a14:imgEffect>
                  </a14:imgLayer>
                </a14:imgProps>
              </a:ext>
              <a:ext uri="{28A0092B-C50C-407E-A947-70E740481C1C}">
                <a14:useLocalDpi xmlns:a14="http://schemas.microsoft.com/office/drawing/2010/main" val="0"/>
              </a:ext>
            </a:extLst>
          </a:blip>
          <a:srcRect l="27889" t="27900" r="28226" b="23702"/>
          <a:stretch>
            <a:fillRect/>
          </a:stretch>
        </p:blipFill>
        <p:spPr>
          <a:xfrm>
            <a:off x="7152767" y="6539241"/>
            <a:ext cx="1765966" cy="1420717"/>
          </a:xfrm>
          <a:prstGeom prst="rect">
            <a:avLst/>
          </a:prstGeom>
        </p:spPr>
      </p:pic>
      <p:pic>
        <p:nvPicPr>
          <p:cNvPr id="1026" name="Picture 2" descr="Nvidia Logo Black">
            <a:extLst>
              <a:ext uri="{FF2B5EF4-FFF2-40B4-BE49-F238E27FC236}">
                <a16:creationId xmlns:a16="http://schemas.microsoft.com/office/drawing/2014/main" id="{DBED916E-D050-1F09-F74D-5C32B5A3608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007" t="40767" r="10427" b="40813"/>
          <a:stretch>
            <a:fillRect/>
          </a:stretch>
        </p:blipFill>
        <p:spPr bwMode="auto">
          <a:xfrm>
            <a:off x="12914593" y="6666800"/>
            <a:ext cx="3965214" cy="9296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C98EE12-9B0D-3613-5664-C6E58628CBD0}"/>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4167" b="55463" l="21797" r="27396">
                        <a14:foregroundMark x1="21797" y1="41944" x2="22135" y2="43333"/>
                        <a14:foregroundMark x1="27318" y1="41111" x2="27396" y2="43148"/>
                        <a14:foregroundMark x1="23516" y1="51204" x2="23516" y2="51204"/>
                        <a14:foregroundMark x1="24531" y1="52037" x2="24531" y2="52037"/>
                        <a14:foregroundMark x1="24036" y1="53241" x2="24036" y2="53241"/>
                        <a14:foregroundMark x1="23438" y1="55463" x2="23438" y2="55463"/>
                        <a14:foregroundMark x1="25469" y1="51944" x2="25469" y2="51944"/>
                        <a14:foregroundMark x1="26042" y1="51759" x2="26042" y2="51759"/>
                      </a14:backgroundRemoval>
                    </a14:imgEffect>
                  </a14:imgLayer>
                </a14:imgProps>
              </a:ext>
            </a:extLst>
          </a:blip>
          <a:srcRect l="21263" t="31752" r="71899" b="42751"/>
          <a:stretch>
            <a:fillRect/>
          </a:stretch>
        </p:blipFill>
        <p:spPr>
          <a:xfrm>
            <a:off x="7023555" y="9084818"/>
            <a:ext cx="2024390" cy="2123140"/>
          </a:xfrm>
          <a:prstGeom prst="rect">
            <a:avLst/>
          </a:prstGeom>
        </p:spPr>
      </p:pic>
      <p:sp>
        <p:nvSpPr>
          <p:cNvPr id="8" name="TextBox 7">
            <a:extLst>
              <a:ext uri="{FF2B5EF4-FFF2-40B4-BE49-F238E27FC236}">
                <a16:creationId xmlns:a16="http://schemas.microsoft.com/office/drawing/2014/main" id="{82CEC027-5555-C73B-9BDC-1F01A033C6FF}"/>
              </a:ext>
            </a:extLst>
          </p:cNvPr>
          <p:cNvSpPr txBox="1"/>
          <p:nvPr/>
        </p:nvSpPr>
        <p:spPr>
          <a:xfrm>
            <a:off x="13062078" y="9453632"/>
            <a:ext cx="3965214" cy="1754326"/>
          </a:xfrm>
          <a:prstGeom prst="rect">
            <a:avLst/>
          </a:prstGeom>
          <a:noFill/>
        </p:spPr>
        <p:txBody>
          <a:bodyPr wrap="square" rtlCol="1">
            <a:spAutoFit/>
          </a:bodyPr>
          <a:lstStyle/>
          <a:p>
            <a:pPr algn="ctr"/>
            <a:r>
              <a:rPr lang="en-US" sz="5400" b="1" i="1" dirty="0">
                <a:solidFill>
                  <a:schemeClr val="dk2"/>
                </a:solidFill>
                <a:latin typeface="Barlow Condensed ExtraBold"/>
                <a:sym typeface="Barlow Condensed ExtraBold"/>
              </a:rPr>
              <a:t>Your Own GCS SW (SDK)</a:t>
            </a:r>
            <a:endParaRPr lang="he-IL" sz="5400" b="1" i="1" dirty="0">
              <a:solidFill>
                <a:schemeClr val="dk2"/>
              </a:solidFill>
              <a:latin typeface="Barlow Condensed ExtraBold"/>
              <a:sym typeface="Barlow Condensed ExtraBold"/>
            </a:endParaRPr>
          </a:p>
        </p:txBody>
      </p:sp>
      <p:sp>
        <p:nvSpPr>
          <p:cNvPr id="14" name="TextBox 13">
            <a:extLst>
              <a:ext uri="{FF2B5EF4-FFF2-40B4-BE49-F238E27FC236}">
                <a16:creationId xmlns:a16="http://schemas.microsoft.com/office/drawing/2014/main" id="{D402A65F-32B9-93C8-35E3-08D6DD7D6D2E}"/>
              </a:ext>
            </a:extLst>
          </p:cNvPr>
          <p:cNvSpPr txBox="1"/>
          <p:nvPr/>
        </p:nvSpPr>
        <p:spPr>
          <a:xfrm>
            <a:off x="752524" y="2290070"/>
            <a:ext cx="16001143" cy="4172168"/>
          </a:xfrm>
          <a:prstGeom prst="rect">
            <a:avLst/>
          </a:prstGeom>
          <a:noFill/>
        </p:spPr>
        <p:txBody>
          <a:bodyPr wrap="square" rtlCol="1">
            <a:spAutoFit/>
          </a:bodyPr>
          <a:lstStyle/>
          <a:p>
            <a:pPr algn="l" rtl="0">
              <a:lnSpc>
                <a:spcPct val="115000"/>
              </a:lnSpc>
              <a:spcAft>
                <a:spcPts val="800"/>
              </a:spcAft>
              <a:buNone/>
            </a:pPr>
            <a:r>
              <a:rPr lang="en-US" sz="2400" dirty="0"/>
              <a:t>Our system features versatile</a:t>
            </a:r>
            <a:r>
              <a:rPr lang="he-IL" sz="2400" dirty="0"/>
              <a:t> </a:t>
            </a:r>
            <a:r>
              <a:rPr lang="en-US" sz="2400" dirty="0"/>
              <a:t>Dual-Brain Architecture</a:t>
            </a:r>
            <a:r>
              <a:rPr lang="he-IL" sz="2400" dirty="0"/>
              <a:t> </a:t>
            </a:r>
            <a:r>
              <a:rPr lang="en-US" sz="2400" dirty="0"/>
              <a:t>designed for maximum flexibility</a:t>
            </a:r>
            <a:r>
              <a:rPr lang="he-IL" sz="2400" dirty="0"/>
              <a:t>: </a:t>
            </a:r>
            <a:endParaRPr lang="en-US" sz="2400" dirty="0"/>
          </a:p>
          <a:p>
            <a:pPr algn="l" rtl="0">
              <a:lnSpc>
                <a:spcPct val="115000"/>
              </a:lnSpc>
              <a:spcAft>
                <a:spcPts val="800"/>
              </a:spcAft>
              <a:buNone/>
            </a:pPr>
            <a:endParaRPr lang="en-US" sz="2400" dirty="0"/>
          </a:p>
          <a:p>
            <a:pPr marL="342900" lvl="0" indent="-342900" algn="l" rtl="0">
              <a:lnSpc>
                <a:spcPct val="115000"/>
              </a:lnSpc>
              <a:spcAft>
                <a:spcPts val="800"/>
              </a:spcAft>
              <a:buFont typeface="Symbol" panose="05050102010706020507" pitchFamily="18" charset="2"/>
              <a:buChar char=""/>
            </a:pPr>
            <a:r>
              <a:rPr lang="en-US" sz="2400" b="1" u="sng" dirty="0"/>
              <a:t>Aerial Processing:</a:t>
            </a:r>
            <a:r>
              <a:rPr lang="en-US" sz="2400" dirty="0"/>
              <a:t> Handles image processing and real-time feedback</a:t>
            </a:r>
            <a:r>
              <a:rPr lang="he-IL" sz="2400" dirty="0"/>
              <a:t>.</a:t>
            </a:r>
            <a:endParaRPr lang="en-US" sz="2400" dirty="0"/>
          </a:p>
          <a:p>
            <a:pPr marL="742950" lvl="1" indent="-285750" algn="l" rtl="0">
              <a:lnSpc>
                <a:spcPct val="115000"/>
              </a:lnSpc>
              <a:spcAft>
                <a:spcPts val="800"/>
              </a:spcAft>
              <a:buFont typeface="Courier New" panose="02070309020205020404" pitchFamily="49" charset="0"/>
              <a:buChar char="o"/>
            </a:pPr>
            <a:r>
              <a:rPr lang="en-US" sz="2400" dirty="0"/>
              <a:t>Select from: HIVE</a:t>
            </a:r>
            <a:r>
              <a:rPr lang="he-IL" sz="2400" dirty="0"/>
              <a:t> </a:t>
            </a:r>
            <a:r>
              <a:rPr lang="en-US" sz="2400" dirty="0"/>
              <a:t>or</a:t>
            </a:r>
            <a:r>
              <a:rPr lang="he-IL" sz="2400" dirty="0"/>
              <a:t> </a:t>
            </a:r>
            <a:r>
              <a:rPr lang="en-US" sz="2400" dirty="0"/>
              <a:t>NVIDIA Jetson Orin</a:t>
            </a:r>
            <a:r>
              <a:rPr lang="he-IL" sz="2400" dirty="0"/>
              <a:t>.</a:t>
            </a:r>
            <a:endParaRPr lang="en-US" sz="2400" dirty="0"/>
          </a:p>
          <a:p>
            <a:pPr marL="342900" lvl="0" indent="-342900" algn="l" rtl="0">
              <a:lnSpc>
                <a:spcPct val="115000"/>
              </a:lnSpc>
              <a:spcAft>
                <a:spcPts val="800"/>
              </a:spcAft>
              <a:buFont typeface="Symbol" panose="05050102010706020507" pitchFamily="18" charset="2"/>
              <a:buChar char=""/>
            </a:pPr>
            <a:r>
              <a:rPr lang="en-US" sz="2400" b="1" u="sng" dirty="0"/>
              <a:t>Ground Control:</a:t>
            </a:r>
            <a:r>
              <a:rPr lang="en-US" sz="2400" dirty="0"/>
              <a:t> Manage command execution, and live video feeds</a:t>
            </a:r>
            <a:r>
              <a:rPr lang="he-IL" sz="2400" dirty="0"/>
              <a:t>.</a:t>
            </a:r>
            <a:endParaRPr lang="en-US" sz="2400" dirty="0"/>
          </a:p>
          <a:p>
            <a:pPr marL="742950" lvl="1" indent="-285750" algn="l" rtl="0">
              <a:lnSpc>
                <a:spcPct val="115000"/>
              </a:lnSpc>
              <a:spcAft>
                <a:spcPts val="800"/>
              </a:spcAft>
              <a:buFont typeface="Courier New" panose="02070309020205020404" pitchFamily="49" charset="0"/>
              <a:buChar char="o"/>
            </a:pPr>
            <a:r>
              <a:rPr lang="en-US" sz="2400" dirty="0"/>
              <a:t>Select from: </a:t>
            </a:r>
            <a:r>
              <a:rPr lang="en-US" sz="2400" dirty="0" err="1"/>
              <a:t>Qbee</a:t>
            </a:r>
            <a:r>
              <a:rPr lang="he-IL" sz="2400" dirty="0"/>
              <a:t> </a:t>
            </a:r>
            <a:r>
              <a:rPr lang="en-US" sz="2400" dirty="0"/>
              <a:t>(Proprietary) or</a:t>
            </a:r>
            <a:r>
              <a:rPr lang="he-IL" sz="2400" dirty="0"/>
              <a:t> </a:t>
            </a:r>
            <a:r>
              <a:rPr lang="en-US" sz="2400" dirty="0"/>
              <a:t>GCS (SDK-integrated).</a:t>
            </a:r>
          </a:p>
          <a:p>
            <a:pPr marL="457200" lvl="1" algn="l" rtl="0">
              <a:lnSpc>
                <a:spcPct val="115000"/>
              </a:lnSpc>
              <a:spcAft>
                <a:spcPts val="800"/>
              </a:spcAft>
            </a:pPr>
            <a:endParaRPr lang="en-US" sz="2400" dirty="0"/>
          </a:p>
          <a:p>
            <a:pPr algn="l" rtl="0">
              <a:lnSpc>
                <a:spcPct val="115000"/>
              </a:lnSpc>
              <a:spcAft>
                <a:spcPts val="800"/>
              </a:spcAft>
              <a:buNone/>
            </a:pPr>
            <a:r>
              <a:rPr lang="en-US" sz="2400" b="1" dirty="0"/>
              <a:t>Total Flexibility </a:t>
            </a:r>
            <a:r>
              <a:rPr lang="en-US" sz="2400" dirty="0"/>
              <a:t>Every aerial component is</a:t>
            </a:r>
            <a:r>
              <a:rPr lang="he-IL" sz="2400" dirty="0"/>
              <a:t> </a:t>
            </a:r>
            <a:r>
              <a:rPr lang="en-US" sz="2400" dirty="0"/>
              <a:t>plug-and-play</a:t>
            </a:r>
            <a:r>
              <a:rPr lang="he-IL" sz="2400" dirty="0"/>
              <a:t> </a:t>
            </a:r>
            <a:r>
              <a:rPr lang="en-US" sz="2400" dirty="0"/>
              <a:t>compatible with every ground option</a:t>
            </a:r>
            <a:r>
              <a:rPr lang="he-IL" sz="2400" dirty="0"/>
              <a:t>.</a:t>
            </a:r>
            <a:endParaRPr lang="en-US" sz="2400" dirty="0"/>
          </a:p>
        </p:txBody>
      </p:sp>
      <p:cxnSp>
        <p:nvCxnSpPr>
          <p:cNvPr id="31" name="Straight Arrow Connector 30">
            <a:extLst>
              <a:ext uri="{FF2B5EF4-FFF2-40B4-BE49-F238E27FC236}">
                <a16:creationId xmlns:a16="http://schemas.microsoft.com/office/drawing/2014/main" id="{ADDD3A39-D727-7101-5947-B8A7BEDF8E44}"/>
              </a:ext>
            </a:extLst>
          </p:cNvPr>
          <p:cNvCxnSpPr>
            <a:cxnSpLocks/>
            <a:stCxn id="7" idx="0"/>
            <a:endCxn id="6" idx="2"/>
          </p:cNvCxnSpPr>
          <p:nvPr/>
        </p:nvCxnSpPr>
        <p:spPr>
          <a:xfrm flipV="1">
            <a:off x="8035750" y="7959958"/>
            <a:ext cx="0" cy="1124860"/>
          </a:xfrm>
          <a:prstGeom prst="straightConnector1">
            <a:avLst/>
          </a:prstGeom>
          <a:ln>
            <a:headEnd type="triangle" w="lg" len="lg"/>
            <a:tailEnd type="triangle" w="lg" len="lg"/>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8B6E2B4-24AB-85A5-0671-81EABA7E2132}"/>
              </a:ext>
            </a:extLst>
          </p:cNvPr>
          <p:cNvCxnSpPr>
            <a:cxnSpLocks/>
          </p:cNvCxnSpPr>
          <p:nvPr/>
        </p:nvCxnSpPr>
        <p:spPr>
          <a:xfrm flipV="1">
            <a:off x="8660487" y="7762000"/>
            <a:ext cx="5331284" cy="1570686"/>
          </a:xfrm>
          <a:prstGeom prst="straightConnector1">
            <a:avLst/>
          </a:prstGeom>
          <a:ln>
            <a:headEnd type="triangle" w="lg" len="lg"/>
            <a:tailEnd type="triangle" w="lg" len="lg"/>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2F756D74-C003-8FBA-CE25-DD8C0EAE5AC6}"/>
              </a:ext>
            </a:extLst>
          </p:cNvPr>
          <p:cNvCxnSpPr>
            <a:cxnSpLocks/>
          </p:cNvCxnSpPr>
          <p:nvPr/>
        </p:nvCxnSpPr>
        <p:spPr>
          <a:xfrm flipH="1" flipV="1">
            <a:off x="8709793" y="7674134"/>
            <a:ext cx="5187191" cy="1779498"/>
          </a:xfrm>
          <a:prstGeom prst="straightConnector1">
            <a:avLst/>
          </a:prstGeom>
          <a:ln>
            <a:headEnd type="triangle" w="lg" len="lg"/>
            <a:tailEnd type="triangle" w="lg" len="lg"/>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3D38267D-BA28-C2AB-7862-AD1C4690F8C5}"/>
              </a:ext>
            </a:extLst>
          </p:cNvPr>
          <p:cNvCxnSpPr>
            <a:cxnSpLocks/>
          </p:cNvCxnSpPr>
          <p:nvPr/>
        </p:nvCxnSpPr>
        <p:spPr>
          <a:xfrm flipV="1">
            <a:off x="14690550" y="8006003"/>
            <a:ext cx="0" cy="1124860"/>
          </a:xfrm>
          <a:prstGeom prst="straightConnector1">
            <a:avLst/>
          </a:prstGeom>
          <a:ln>
            <a:headEnd type="triangle" w="lg" len="lg"/>
            <a:tailEnd type="triangle" w="lg" len="lg"/>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7F35BB5B-12E9-CBDB-7FA5-87C9ED3467F6}"/>
              </a:ext>
            </a:extLst>
          </p:cNvPr>
          <p:cNvCxnSpPr/>
          <p:nvPr/>
        </p:nvCxnSpPr>
        <p:spPr>
          <a:xfrm>
            <a:off x="3698938" y="7212963"/>
            <a:ext cx="2495385" cy="0"/>
          </a:xfrm>
          <a:prstGeom prst="straightConnector1">
            <a:avLst/>
          </a:prstGeom>
          <a:ln>
            <a:headEnd type="none" w="med" len="med"/>
            <a:tailEnd type="triangle" w="lg" len="lg"/>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9B5B9192-30F9-6755-E04E-2D55224B9380}"/>
              </a:ext>
            </a:extLst>
          </p:cNvPr>
          <p:cNvCxnSpPr/>
          <p:nvPr/>
        </p:nvCxnSpPr>
        <p:spPr>
          <a:xfrm>
            <a:off x="3698938" y="9990576"/>
            <a:ext cx="2495385" cy="0"/>
          </a:xfrm>
          <a:prstGeom prst="straightConnector1">
            <a:avLst/>
          </a:prstGeom>
          <a:ln>
            <a:headEnd type="none" w="med" len="med"/>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0661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D9AEDDC9-1511-4643-575D-2D3E4D4D61D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B7CE249-2D76-3AB4-2353-B97EB0AA4ED7}"/>
              </a:ext>
            </a:extLst>
          </p:cNvPr>
          <p:cNvPicPr>
            <a:picLocks noChangeAspect="1"/>
          </p:cNvPicPr>
          <p:nvPr/>
        </p:nvPicPr>
        <p:blipFill>
          <a:blip r:embed="rId3"/>
          <a:srcRect l="1231" t="9263" r="7460"/>
          <a:stretch>
            <a:fillRect/>
          </a:stretch>
        </p:blipFill>
        <p:spPr>
          <a:xfrm>
            <a:off x="17148799" y="7804209"/>
            <a:ext cx="2183726" cy="2974743"/>
          </a:xfrm>
          <a:prstGeom prst="rect">
            <a:avLst/>
          </a:prstGeom>
        </p:spPr>
      </p:pic>
      <p:pic>
        <p:nvPicPr>
          <p:cNvPr id="81" name="Picture 80">
            <a:extLst>
              <a:ext uri="{FF2B5EF4-FFF2-40B4-BE49-F238E27FC236}">
                <a16:creationId xmlns:a16="http://schemas.microsoft.com/office/drawing/2014/main" id="{4FA97788-5461-2C3C-9AA2-30084258546C}"/>
              </a:ext>
            </a:extLst>
          </p:cNvPr>
          <p:cNvPicPr>
            <a:picLocks noChangeAspect="1"/>
          </p:cNvPicPr>
          <p:nvPr/>
        </p:nvPicPr>
        <p:blipFill>
          <a:blip r:embed="rId4"/>
          <a:stretch>
            <a:fillRect/>
          </a:stretch>
        </p:blipFill>
        <p:spPr>
          <a:xfrm rot="16200000">
            <a:off x="14469993" y="5441878"/>
            <a:ext cx="2106797" cy="3687795"/>
          </a:xfrm>
          <a:prstGeom prst="rect">
            <a:avLst/>
          </a:prstGeom>
        </p:spPr>
      </p:pic>
      <p:pic>
        <p:nvPicPr>
          <p:cNvPr id="84" name="Picture 83">
            <a:extLst>
              <a:ext uri="{FF2B5EF4-FFF2-40B4-BE49-F238E27FC236}">
                <a16:creationId xmlns:a16="http://schemas.microsoft.com/office/drawing/2014/main" id="{30F282DC-B5FD-701E-A951-47EBC919EB13}"/>
              </a:ext>
            </a:extLst>
          </p:cNvPr>
          <p:cNvPicPr>
            <a:picLocks noChangeAspect="1"/>
          </p:cNvPicPr>
          <p:nvPr/>
        </p:nvPicPr>
        <p:blipFill>
          <a:blip r:embed="rId5"/>
          <a:srcRect l="16003" t="963" r="25460" b="5062"/>
          <a:stretch>
            <a:fillRect/>
          </a:stretch>
        </p:blipFill>
        <p:spPr>
          <a:xfrm>
            <a:off x="15772998" y="345503"/>
            <a:ext cx="4030162" cy="4719809"/>
          </a:xfrm>
          <a:prstGeom prst="rect">
            <a:avLst/>
          </a:prstGeom>
        </p:spPr>
      </p:pic>
      <p:pic>
        <p:nvPicPr>
          <p:cNvPr id="80" name="Picture 79">
            <a:extLst>
              <a:ext uri="{FF2B5EF4-FFF2-40B4-BE49-F238E27FC236}">
                <a16:creationId xmlns:a16="http://schemas.microsoft.com/office/drawing/2014/main" id="{559DEF3D-AA02-71EE-22CD-D44F8342A97D}"/>
              </a:ext>
            </a:extLst>
          </p:cNvPr>
          <p:cNvPicPr>
            <a:picLocks noChangeAspect="1"/>
          </p:cNvPicPr>
          <p:nvPr/>
        </p:nvPicPr>
        <p:blipFill>
          <a:blip r:embed="rId6"/>
          <a:srcRect l="18375" t="31793" r="22278" b="15739"/>
          <a:stretch>
            <a:fillRect/>
          </a:stretch>
        </p:blipFill>
        <p:spPr>
          <a:xfrm>
            <a:off x="16977434" y="5143443"/>
            <a:ext cx="1845326" cy="2236390"/>
          </a:xfrm>
          <a:prstGeom prst="rect">
            <a:avLst/>
          </a:prstGeom>
        </p:spPr>
      </p:pic>
      <p:pic>
        <p:nvPicPr>
          <p:cNvPr id="11" name="Picture 10">
            <a:extLst>
              <a:ext uri="{FF2B5EF4-FFF2-40B4-BE49-F238E27FC236}">
                <a16:creationId xmlns:a16="http://schemas.microsoft.com/office/drawing/2014/main" id="{A09A0CA7-C542-71FF-9B77-36A04B971E26}"/>
              </a:ext>
            </a:extLst>
          </p:cNvPr>
          <p:cNvPicPr>
            <a:picLocks noChangeAspect="1"/>
          </p:cNvPicPr>
          <p:nvPr/>
        </p:nvPicPr>
        <p:blipFill>
          <a:blip r:embed="rId7"/>
          <a:srcRect l="1628" t="5619" r="18515"/>
          <a:stretch>
            <a:fillRect/>
          </a:stretch>
        </p:blipFill>
        <p:spPr>
          <a:xfrm rot="5400000">
            <a:off x="14805066" y="9206245"/>
            <a:ext cx="2471944" cy="1278176"/>
          </a:xfrm>
          <a:prstGeom prst="rect">
            <a:avLst/>
          </a:prstGeom>
        </p:spPr>
      </p:pic>
      <p:pic>
        <p:nvPicPr>
          <p:cNvPr id="77" name="Picture 76" descr="A black and white drawing of a camera&#10;&#10;AI-generated content may be incorrect.">
            <a:extLst>
              <a:ext uri="{FF2B5EF4-FFF2-40B4-BE49-F238E27FC236}">
                <a16:creationId xmlns:a16="http://schemas.microsoft.com/office/drawing/2014/main" id="{A1C13CB8-0632-DC31-B35A-59CD5DDE113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017441" y="5065312"/>
            <a:ext cx="1051908" cy="1526008"/>
          </a:xfrm>
          <a:prstGeom prst="rect">
            <a:avLst/>
          </a:prstGeom>
        </p:spPr>
      </p:pic>
      <p:pic>
        <p:nvPicPr>
          <p:cNvPr id="70" name="Picture 69">
            <a:extLst>
              <a:ext uri="{FF2B5EF4-FFF2-40B4-BE49-F238E27FC236}">
                <a16:creationId xmlns:a16="http://schemas.microsoft.com/office/drawing/2014/main" id="{0B7130F3-521F-B742-3BF1-57B5FED5E4E6}"/>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29853" b="73762" l="29688" r="69629">
                        <a14:foregroundMark x1="45410" y1="45382" x2="45410" y2="45382"/>
                        <a14:foregroundMark x1="53613" y1="38019" x2="53613" y2="38019"/>
                        <a14:foregroundMark x1="68359" y1="44578" x2="68359" y2="44578"/>
                        <a14:foregroundMark x1="69629" y1="47256" x2="69629" y2="47256"/>
                        <a14:foregroundMark x1="55078" y1="67336" x2="55078" y2="67336"/>
                        <a14:foregroundMark x1="54883" y1="71888" x2="54883" y2="71888"/>
                        <a14:foregroundMark x1="54785" y1="73762" x2="54785" y2="73762"/>
                        <a14:foregroundMark x1="60352" y1="39625" x2="60352" y2="39625"/>
                        <a14:foregroundMark x1="31445" y1="46988" x2="31445" y2="46988"/>
                        <a14:foregroundMark x1="29688" y1="51004" x2="29688" y2="51004"/>
                        <a14:foregroundMark x1="63965" y1="41633" x2="63965" y2="41633"/>
                        <a14:foregroundMark x1="56836" y1="63454" x2="56836" y2="63454"/>
                        <a14:foregroundMark x1="43262" y1="29853" x2="43262" y2="29853"/>
                      </a14:backgroundRemoval>
                    </a14:imgEffect>
                  </a14:imgLayer>
                </a14:imgProps>
              </a:ext>
              <a:ext uri="{28A0092B-C50C-407E-A947-70E740481C1C}">
                <a14:useLocalDpi xmlns:a14="http://schemas.microsoft.com/office/drawing/2010/main" val="0"/>
              </a:ext>
            </a:extLst>
          </a:blip>
          <a:srcRect l="27889" t="27900" r="28226" b="23702"/>
          <a:stretch>
            <a:fillRect/>
          </a:stretch>
        </p:blipFill>
        <p:spPr>
          <a:xfrm>
            <a:off x="13023514" y="3942813"/>
            <a:ext cx="1156990" cy="930795"/>
          </a:xfrm>
          <a:prstGeom prst="rect">
            <a:avLst/>
          </a:prstGeom>
        </p:spPr>
      </p:pic>
      <p:pic>
        <p:nvPicPr>
          <p:cNvPr id="73" name="Picture 72">
            <a:extLst>
              <a:ext uri="{FF2B5EF4-FFF2-40B4-BE49-F238E27FC236}">
                <a16:creationId xmlns:a16="http://schemas.microsoft.com/office/drawing/2014/main" id="{2221E817-9505-FFE1-F9C9-BD6934A180FF}"/>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4093" b="98932" l="6883" r="92982">
                        <a14:foregroundMark x1="10931" y1="44306" x2="6883" y2="21708"/>
                        <a14:foregroundMark x1="6883" y1="21708" x2="54251" y2="4626"/>
                        <a14:foregroundMark x1="54251" y1="4626" x2="59379" y2="13523"/>
                        <a14:foregroundMark x1="59379" y1="13523" x2="59784" y2="20107"/>
                        <a14:foregroundMark x1="6883" y1="18683" x2="6883" y2="18683"/>
                        <a14:foregroundMark x1="33468" y1="83452" x2="38214" y2="93435"/>
                        <a14:foregroundMark x1="72251" y1="87411" x2="93252" y2="69573"/>
                        <a14:foregroundMark x1="93252" y1="69573" x2="89879" y2="60142"/>
                        <a14:foregroundMark x1="89879" y1="60142" x2="79757" y2="56406"/>
                        <a14:foregroundMark x1="79757" y1="56406" x2="33603" y2="83808"/>
                        <a14:foregroundMark x1="48583" y1="78826" x2="63968" y2="73488"/>
                        <a14:foregroundMark x1="63968" y1="73488" x2="63833" y2="73132"/>
                        <a14:foregroundMark x1="41835" y1="91637" x2="50607" y2="94306"/>
                        <a14:foregroundMark x1="50607" y1="94306" x2="51417" y2="93772"/>
                        <a14:foregroundMark x1="48296" y1="94793" x2="48313" y2="94662"/>
                        <a14:foregroundMark x1="47638" y1="96797" x2="47638" y2="96797"/>
                        <a14:foregroundMark x1="49123" y1="96797" x2="49123" y2="96797"/>
                        <a14:foregroundMark x1="47773" y1="97331" x2="47773" y2="97331"/>
                        <a14:foregroundMark x1="47773" y1="97509" x2="47773" y2="97509"/>
                        <a14:foregroundMark x1="47773" y1="98043" x2="47773" y2="98043"/>
                        <a14:foregroundMark x1="48043" y1="98399" x2="48043" y2="98399"/>
                        <a14:foregroundMark x1="45344" y1="95196" x2="43995" y2="94840"/>
                        <a14:foregroundMark x1="46019" y1="95907" x2="45344" y2="95907"/>
                        <a14:foregroundMark x1="46829" y1="96441" x2="49123" y2="97865"/>
                        <a14:foregroundMark x1="49798" y1="97509" x2="50742" y2="96797"/>
                        <a14:foregroundMark x1="50742" y1="97153" x2="48583" y2="97153"/>
                        <a14:foregroundMark x1="54926" y1="9253" x2="33063" y2="41459"/>
                        <a14:foregroundMark x1="33063" y1="41459" x2="33063" y2="41459"/>
                        <a14:backgroundMark x1="73549" y1="94662" x2="73549" y2="94662"/>
                        <a14:backgroundMark x1="68421" y1="92349" x2="68421" y2="92349"/>
                        <a14:backgroundMark x1="62078" y1="94128" x2="62078" y2="94128"/>
                        <a14:backgroundMark x1="61134" y1="96263" x2="63023" y2="96975"/>
                        <a14:backgroundMark x1="69636" y1="96441" x2="70310" y2="96441"/>
                        <a14:backgroundMark x1="54386" y1="96797" x2="55466" y2="96975"/>
                        <a14:backgroundMark x1="54386" y1="98043" x2="72065" y2="89680"/>
                        <a14:backgroundMark x1="51076" y1="97844" x2="55196" y2="98399"/>
                        <a14:backgroundMark x1="36707" y1="95907" x2="44928" y2="97015"/>
                      </a14:backgroundRemoval>
                    </a14:imgEffect>
                  </a14:imgLayer>
                </a14:imgProps>
              </a:ext>
            </a:extLst>
          </a:blip>
          <a:stretch>
            <a:fillRect/>
          </a:stretch>
        </p:blipFill>
        <p:spPr>
          <a:xfrm flipH="1">
            <a:off x="14029382" y="3880183"/>
            <a:ext cx="2745137" cy="2082006"/>
          </a:xfrm>
          <a:prstGeom prst="rect">
            <a:avLst/>
          </a:prstGeom>
        </p:spPr>
      </p:pic>
      <p:sp>
        <p:nvSpPr>
          <p:cNvPr id="27" name="Google Shape;156;p23">
            <a:extLst>
              <a:ext uri="{FF2B5EF4-FFF2-40B4-BE49-F238E27FC236}">
                <a16:creationId xmlns:a16="http://schemas.microsoft.com/office/drawing/2014/main" id="{72716A93-BF47-6EDB-04D9-4379E84A6F81}"/>
              </a:ext>
            </a:extLst>
          </p:cNvPr>
          <p:cNvSpPr txBox="1">
            <a:spLocks noGrp="1"/>
          </p:cNvSpPr>
          <p:nvPr>
            <p:ph type="title"/>
          </p:nvPr>
        </p:nvSpPr>
        <p:spPr>
          <a:xfrm>
            <a:off x="752525" y="836869"/>
            <a:ext cx="12612955" cy="1463880"/>
          </a:xfrm>
          <a:prstGeom prst="rect">
            <a:avLst/>
          </a:prstGeom>
          <a:noFill/>
          <a:ln>
            <a:noFill/>
          </a:ln>
        </p:spPr>
        <p:txBody>
          <a:bodyPr spcFirstLastPara="1" wrap="square" lIns="91425" tIns="45700" rIns="91425" bIns="45700" anchor="t" anchorCtr="0">
            <a:noAutofit/>
          </a:bodyPr>
          <a:lstStyle/>
          <a:p>
            <a:pPr lvl="0"/>
            <a:r>
              <a:rPr lang="en-US"/>
              <a:t>Operation Kit</a:t>
            </a:r>
            <a:endParaRPr/>
          </a:p>
        </p:txBody>
      </p:sp>
      <p:sp>
        <p:nvSpPr>
          <p:cNvPr id="68" name="Content Placeholder 2">
            <a:extLst>
              <a:ext uri="{FF2B5EF4-FFF2-40B4-BE49-F238E27FC236}">
                <a16:creationId xmlns:a16="http://schemas.microsoft.com/office/drawing/2014/main" id="{78E83092-8C71-5E85-9508-F850FE1CFC17}"/>
              </a:ext>
            </a:extLst>
          </p:cNvPr>
          <p:cNvSpPr>
            <a:spLocks noGrp="1"/>
          </p:cNvSpPr>
          <p:nvPr/>
        </p:nvSpPr>
        <p:spPr>
          <a:xfrm flipH="1">
            <a:off x="7829460" y="2300749"/>
            <a:ext cx="7947664" cy="878175"/>
          </a:xfrm>
          <a:prstGeom prst="rect">
            <a:avLst/>
          </a:prstGeom>
          <a:ln>
            <a:noFill/>
          </a:ln>
        </p:spPr>
        <p:txBody>
          <a:bodyPr vert="horz" lIns="150781" tIns="75390" rIns="150781" bIns="75390" rtlCol="1">
            <a:normAutofit fontScale="6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lnSpc>
                <a:spcPct val="100000"/>
              </a:lnSpc>
              <a:spcBef>
                <a:spcPts val="989"/>
              </a:spcBef>
              <a:spcAft>
                <a:spcPts val="495"/>
              </a:spcAft>
              <a:buNone/>
              <a:tabLst>
                <a:tab pos="753923" algn="l"/>
              </a:tabLst>
            </a:pPr>
            <a:r>
              <a:rPr lang="da-DK" sz="7800" i="1">
                <a:solidFill>
                  <a:schemeClr val="dk2"/>
                </a:solidFill>
                <a:latin typeface="Barlow Condensed ExtraBold"/>
              </a:rPr>
              <a:t>What’s Inside </a:t>
            </a:r>
            <a:r>
              <a:rPr lang="da-DK" sz="7800" i="1">
                <a:solidFill>
                  <a:schemeClr val="dk2"/>
                </a:solidFill>
                <a:latin typeface="Barlow Condensed ExtraBold"/>
                <a:sym typeface="Barlow Condensed ExtraBold"/>
              </a:rPr>
              <a:t>the</a:t>
            </a:r>
            <a:r>
              <a:rPr lang="da-DK" sz="7800" i="1">
                <a:solidFill>
                  <a:schemeClr val="dk2"/>
                </a:solidFill>
                <a:latin typeface="Barlow Condensed ExtraBold"/>
              </a:rPr>
              <a:t> Kit:</a:t>
            </a:r>
            <a:endParaRPr lang="da-DK" sz="2000">
              <a:solidFill>
                <a:srgbClr val="1F1F1F"/>
              </a:solidFill>
            </a:endParaRPr>
          </a:p>
          <a:p>
            <a:pPr marL="457200" lvl="1" indent="0" algn="l" rtl="0">
              <a:lnSpc>
                <a:spcPct val="100000"/>
              </a:lnSpc>
              <a:spcBef>
                <a:spcPts val="989"/>
              </a:spcBef>
              <a:spcAft>
                <a:spcPts val="495"/>
              </a:spcAft>
              <a:buNone/>
              <a:tabLst>
                <a:tab pos="753923" algn="l"/>
              </a:tabLst>
            </a:pPr>
            <a:endParaRPr lang="he-IL" sz="1979">
              <a:solidFill>
                <a:srgbClr val="002060"/>
              </a:solidFill>
            </a:endParaRPr>
          </a:p>
        </p:txBody>
      </p:sp>
      <p:sp>
        <p:nvSpPr>
          <p:cNvPr id="6" name="TextBox 5">
            <a:extLst>
              <a:ext uri="{FF2B5EF4-FFF2-40B4-BE49-F238E27FC236}">
                <a16:creationId xmlns:a16="http://schemas.microsoft.com/office/drawing/2014/main" id="{54E4D994-CDEA-F8E9-B1C4-983DE198E241}"/>
              </a:ext>
            </a:extLst>
          </p:cNvPr>
          <p:cNvSpPr txBox="1"/>
          <p:nvPr/>
        </p:nvSpPr>
        <p:spPr>
          <a:xfrm>
            <a:off x="7829460" y="3052447"/>
            <a:ext cx="5117875" cy="7617983"/>
          </a:xfrm>
          <a:prstGeom prst="rect">
            <a:avLst/>
          </a:prstGeom>
          <a:noFill/>
        </p:spPr>
        <p:txBody>
          <a:bodyPr wrap="square" rtlCol="1">
            <a:spAutoFit/>
          </a:bodyPr>
          <a:lstStyle/>
          <a:p>
            <a:pPr marL="285750" indent="-285750">
              <a:lnSpc>
                <a:spcPct val="150000"/>
              </a:lnSpc>
              <a:buFont typeface="Arial" panose="020B0604020202020204" pitchFamily="34" charset="0"/>
              <a:buChar char="•"/>
            </a:pPr>
            <a:r>
              <a:rPr lang="en-US" sz="2400" dirty="0">
                <a:latin typeface="+mj-lt"/>
              </a:rPr>
              <a:t>Rugged Suitcase </a:t>
            </a:r>
          </a:p>
          <a:p>
            <a:pPr marL="285750" indent="-285750">
              <a:lnSpc>
                <a:spcPct val="150000"/>
              </a:lnSpc>
              <a:buFont typeface="Arial" panose="020B0604020202020204" pitchFamily="34" charset="0"/>
              <a:buChar char="•"/>
            </a:pPr>
            <a:r>
              <a:rPr lang="en-US" sz="2400" dirty="0">
                <a:latin typeface="+mj-lt"/>
              </a:rPr>
              <a:t>Lenovo Laptop – including all relevant operation software.</a:t>
            </a:r>
          </a:p>
          <a:p>
            <a:pPr marL="285750" indent="-285750">
              <a:lnSpc>
                <a:spcPct val="150000"/>
              </a:lnSpc>
              <a:buFont typeface="Arial" panose="020B0604020202020204" pitchFamily="34" charset="0"/>
              <a:buChar char="•"/>
            </a:pPr>
            <a:r>
              <a:rPr lang="en-US" sz="2400" dirty="0">
                <a:latin typeface="+mj-lt"/>
              </a:rPr>
              <a:t>Aluminum Jig.</a:t>
            </a:r>
          </a:p>
          <a:p>
            <a:pPr marL="285750" indent="-285750">
              <a:lnSpc>
                <a:spcPct val="150000"/>
              </a:lnSpc>
              <a:buFont typeface="Arial" panose="020B0604020202020204" pitchFamily="34" charset="0"/>
              <a:buChar char="•"/>
            </a:pPr>
            <a:r>
              <a:rPr lang="en-US" sz="2400" dirty="0">
                <a:latin typeface="+mj-lt"/>
              </a:rPr>
              <a:t>Operation Joystick.</a:t>
            </a:r>
          </a:p>
          <a:p>
            <a:pPr marL="285750" indent="-285750">
              <a:lnSpc>
                <a:spcPct val="150000"/>
              </a:lnSpc>
              <a:buFont typeface="Arial" panose="020B0604020202020204" pitchFamily="34" charset="0"/>
              <a:buChar char="•"/>
            </a:pPr>
            <a:r>
              <a:rPr lang="en-US" sz="2400" dirty="0">
                <a:solidFill>
                  <a:schemeClr val="tx1"/>
                </a:solidFill>
                <a:latin typeface="+mj-lt"/>
              </a:rPr>
              <a:t>Cable Set – Which include –</a:t>
            </a:r>
          </a:p>
          <a:p>
            <a:pPr marL="712788" lvl="2" indent="-277813">
              <a:lnSpc>
                <a:spcPct val="150000"/>
              </a:lnSpc>
              <a:buFont typeface="Arial" panose="020B0604020202020204" pitchFamily="34" charset="0"/>
              <a:buChar char="•"/>
              <a:defRPr/>
            </a:pPr>
            <a:r>
              <a:rPr lang="en-US" sz="2400" dirty="0">
                <a:solidFill>
                  <a:schemeClr val="tx1"/>
                </a:solidFill>
                <a:latin typeface="+mj-lt"/>
              </a:rPr>
              <a:t>Power cable to HIVE and Payload </a:t>
            </a:r>
            <a:r>
              <a:rPr lang="en-US" sz="2400" dirty="0">
                <a:solidFill>
                  <a:schemeClr val="tx1"/>
                </a:solidFill>
                <a:latin typeface="+mj-lt"/>
                <a:hlinkClick r:id="rId13" action="ppaction://hlinksldjump"/>
              </a:rPr>
              <a:t>(Appendix A)</a:t>
            </a:r>
            <a:endParaRPr lang="en-US" sz="2400" dirty="0">
              <a:solidFill>
                <a:schemeClr val="tx1"/>
              </a:solidFill>
              <a:latin typeface="+mj-lt"/>
            </a:endParaRPr>
          </a:p>
          <a:p>
            <a:pPr marL="712788" lvl="2" indent="-277813">
              <a:lnSpc>
                <a:spcPct val="150000"/>
              </a:lnSpc>
              <a:buFont typeface="Arial" panose="020B0604020202020204" pitchFamily="34" charset="0"/>
              <a:buChar char="•"/>
              <a:defRPr/>
            </a:pPr>
            <a:r>
              <a:rPr lang="en-US" sz="2400" dirty="0">
                <a:solidFill>
                  <a:schemeClr val="tx1"/>
                </a:solidFill>
                <a:latin typeface="+mj-lt"/>
              </a:rPr>
              <a:t>Type C to Type C cable connects between the payload and the Hive </a:t>
            </a:r>
            <a:r>
              <a:rPr lang="en-US" sz="2400" dirty="0">
                <a:solidFill>
                  <a:schemeClr val="tx1"/>
                </a:solidFill>
                <a:latin typeface="+mj-lt"/>
                <a:hlinkClick r:id="rId14" action="ppaction://hlinksldjump"/>
              </a:rPr>
              <a:t>(Appendix B). </a:t>
            </a:r>
            <a:endParaRPr lang="en-US" sz="2400" dirty="0">
              <a:solidFill>
                <a:schemeClr val="tx1"/>
              </a:solidFill>
              <a:latin typeface="+mj-lt"/>
            </a:endParaRPr>
          </a:p>
          <a:p>
            <a:pPr marL="712788" lvl="2" indent="-277813">
              <a:lnSpc>
                <a:spcPct val="150000"/>
              </a:lnSpc>
              <a:buFont typeface="Arial" panose="020B0604020202020204" pitchFamily="34" charset="0"/>
              <a:buChar char="•"/>
              <a:defRPr/>
            </a:pPr>
            <a:r>
              <a:rPr lang="en-US" sz="2400" dirty="0">
                <a:solidFill>
                  <a:schemeClr val="tx1"/>
                </a:solidFill>
                <a:latin typeface="+mj-lt"/>
              </a:rPr>
              <a:t>Ethernet cable to HIVE </a:t>
            </a:r>
            <a:r>
              <a:rPr lang="en-US" sz="2400" dirty="0">
                <a:solidFill>
                  <a:schemeClr val="tx1"/>
                </a:solidFill>
                <a:latin typeface="+mj-lt"/>
                <a:hlinkClick r:id="rId15" action="ppaction://hlinksldjump"/>
              </a:rPr>
              <a:t>(Appendix C).</a:t>
            </a:r>
            <a:endParaRPr lang="en-US" sz="2400" dirty="0">
              <a:solidFill>
                <a:schemeClr val="tx1"/>
              </a:solidFill>
              <a:latin typeface="+mj-lt"/>
            </a:endParaRPr>
          </a:p>
          <a:p>
            <a:pPr marL="285750" indent="-285750">
              <a:lnSpc>
                <a:spcPct val="150000"/>
              </a:lnSpc>
              <a:buFont typeface="Arial" panose="020B0604020202020204" pitchFamily="34" charset="0"/>
              <a:buChar char="•"/>
            </a:pPr>
            <a:endParaRPr lang="en-US" sz="1600" dirty="0"/>
          </a:p>
        </p:txBody>
      </p:sp>
      <p:sp>
        <p:nvSpPr>
          <p:cNvPr id="13" name="Content Placeholder 2">
            <a:extLst>
              <a:ext uri="{FF2B5EF4-FFF2-40B4-BE49-F238E27FC236}">
                <a16:creationId xmlns:a16="http://schemas.microsoft.com/office/drawing/2014/main" id="{ADF667A1-CFBA-EFCD-17DB-20AFFC3B2778}"/>
              </a:ext>
            </a:extLst>
          </p:cNvPr>
          <p:cNvSpPr>
            <a:spLocks noGrp="1"/>
          </p:cNvSpPr>
          <p:nvPr/>
        </p:nvSpPr>
        <p:spPr>
          <a:xfrm flipH="1">
            <a:off x="914310" y="2300749"/>
            <a:ext cx="7947664" cy="878175"/>
          </a:xfrm>
          <a:prstGeom prst="rect">
            <a:avLst/>
          </a:prstGeom>
          <a:ln>
            <a:noFill/>
          </a:ln>
        </p:spPr>
        <p:txBody>
          <a:bodyPr vert="horz" lIns="150781" tIns="75390" rIns="150781" bIns="75390" rtlCol="1">
            <a:normAutofit fontScale="6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lnSpc>
                <a:spcPct val="100000"/>
              </a:lnSpc>
              <a:spcBef>
                <a:spcPts val="989"/>
              </a:spcBef>
              <a:spcAft>
                <a:spcPts val="495"/>
              </a:spcAft>
              <a:buNone/>
              <a:tabLst>
                <a:tab pos="753923" algn="l"/>
              </a:tabLst>
            </a:pPr>
            <a:r>
              <a:rPr lang="da-DK" sz="7800" i="1">
                <a:solidFill>
                  <a:schemeClr val="dk2"/>
                </a:solidFill>
                <a:latin typeface="Barlow Condensed ExtraBold"/>
              </a:rPr>
              <a:t>Option 1 : Full Operation Kit </a:t>
            </a:r>
            <a:endParaRPr lang="da-DK" sz="2000">
              <a:solidFill>
                <a:srgbClr val="1F1F1F"/>
              </a:solidFill>
            </a:endParaRPr>
          </a:p>
          <a:p>
            <a:pPr marL="457200" lvl="1" indent="0" algn="l" rtl="0">
              <a:lnSpc>
                <a:spcPct val="100000"/>
              </a:lnSpc>
              <a:spcBef>
                <a:spcPts val="989"/>
              </a:spcBef>
              <a:spcAft>
                <a:spcPts val="495"/>
              </a:spcAft>
              <a:buNone/>
              <a:tabLst>
                <a:tab pos="753923" algn="l"/>
              </a:tabLst>
            </a:pPr>
            <a:endParaRPr lang="he-IL" sz="1979">
              <a:solidFill>
                <a:srgbClr val="002060"/>
              </a:solidFill>
            </a:endParaRPr>
          </a:p>
        </p:txBody>
      </p:sp>
      <p:sp>
        <p:nvSpPr>
          <p:cNvPr id="14" name="TextBox 13">
            <a:extLst>
              <a:ext uri="{FF2B5EF4-FFF2-40B4-BE49-F238E27FC236}">
                <a16:creationId xmlns:a16="http://schemas.microsoft.com/office/drawing/2014/main" id="{E6792ADF-8116-7A39-A5CC-8E31323C28A4}"/>
              </a:ext>
            </a:extLst>
          </p:cNvPr>
          <p:cNvSpPr txBox="1"/>
          <p:nvPr/>
        </p:nvSpPr>
        <p:spPr>
          <a:xfrm>
            <a:off x="914310" y="3052447"/>
            <a:ext cx="5117875" cy="4847994"/>
          </a:xfrm>
          <a:prstGeom prst="rect">
            <a:avLst/>
          </a:prstGeom>
          <a:noFill/>
        </p:spPr>
        <p:txBody>
          <a:bodyPr wrap="square" rtlCol="1">
            <a:spAutoFit/>
          </a:bodyPr>
          <a:lstStyle/>
          <a:p>
            <a:pPr>
              <a:lnSpc>
                <a:spcPct val="150000"/>
              </a:lnSpc>
            </a:pPr>
            <a:r>
              <a:rPr lang="en-US" sz="2400" dirty="0"/>
              <a:t>This is our "Zero Friction" solution.</a:t>
            </a:r>
          </a:p>
          <a:p>
            <a:pPr>
              <a:lnSpc>
                <a:spcPct val="150000"/>
              </a:lnSpc>
            </a:pPr>
            <a:endParaRPr lang="en-US" sz="2400" dirty="0"/>
          </a:p>
          <a:p>
            <a:pPr>
              <a:lnSpc>
                <a:spcPct val="150000"/>
              </a:lnSpc>
            </a:pPr>
            <a:r>
              <a:rPr lang="en-US" sz="2400" dirty="0"/>
              <a:t>We provide the entire ecosystem so you can validate the payload immediately.</a:t>
            </a:r>
          </a:p>
          <a:p>
            <a:pPr>
              <a:lnSpc>
                <a:spcPct val="150000"/>
              </a:lnSpc>
            </a:pPr>
            <a:endParaRPr lang="en-US" sz="2400" b="1" dirty="0"/>
          </a:p>
          <a:p>
            <a:pPr>
              <a:lnSpc>
                <a:spcPct val="150000"/>
              </a:lnSpc>
            </a:pPr>
            <a:r>
              <a:rPr lang="en-US" sz="2400" b="1" dirty="0"/>
              <a:t>Your effort:</a:t>
            </a:r>
            <a:r>
              <a:rPr lang="en-US" sz="2400" dirty="0"/>
              <a:t> Plug in the power.</a:t>
            </a:r>
          </a:p>
          <a:p>
            <a:pPr>
              <a:lnSpc>
                <a:spcPct val="150000"/>
              </a:lnSpc>
            </a:pPr>
            <a:r>
              <a:rPr lang="en-US" sz="2400" b="1" dirty="0"/>
              <a:t>Goal:</a:t>
            </a:r>
            <a:r>
              <a:rPr lang="en-US" sz="2400" dirty="0"/>
              <a:t> See live video in </a:t>
            </a:r>
            <a:r>
              <a:rPr lang="en-US" sz="2400" b="1" dirty="0"/>
              <a:t>10 minutes</a:t>
            </a:r>
            <a:r>
              <a:rPr lang="en-US" sz="2400" dirty="0"/>
              <a:t>.</a:t>
            </a:r>
          </a:p>
          <a:p>
            <a:pPr>
              <a:lnSpc>
                <a:spcPct val="150000"/>
              </a:lnSpc>
            </a:pPr>
            <a:endParaRPr lang="en-US" sz="1600" dirty="0"/>
          </a:p>
        </p:txBody>
      </p:sp>
      <p:cxnSp>
        <p:nvCxnSpPr>
          <p:cNvPr id="15" name="Straight Connector 14">
            <a:extLst>
              <a:ext uri="{FF2B5EF4-FFF2-40B4-BE49-F238E27FC236}">
                <a16:creationId xmlns:a16="http://schemas.microsoft.com/office/drawing/2014/main" id="{51CD4A8C-CF1D-FDED-4E2F-5202D09F1DD2}"/>
              </a:ext>
            </a:extLst>
          </p:cNvPr>
          <p:cNvCxnSpPr>
            <a:cxnSpLocks/>
          </p:cNvCxnSpPr>
          <p:nvPr/>
        </p:nvCxnSpPr>
        <p:spPr>
          <a:xfrm>
            <a:off x="7490460" y="2045054"/>
            <a:ext cx="0" cy="8241946"/>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1354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0FC31646-766F-0B75-A9F8-86FFE2693D7C}"/>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913FD403-F520-77B8-E9DA-3ACDB56729E0}"/>
              </a:ext>
            </a:extLst>
          </p:cNvPr>
          <p:cNvSpPr txBox="1">
            <a:spLocks noGrp="1"/>
          </p:cNvSpPr>
          <p:nvPr>
            <p:ph type="title"/>
          </p:nvPr>
        </p:nvSpPr>
        <p:spPr>
          <a:xfrm>
            <a:off x="752526" y="836869"/>
            <a:ext cx="6276924" cy="1463880"/>
          </a:xfrm>
          <a:prstGeom prst="rect">
            <a:avLst/>
          </a:prstGeom>
          <a:noFill/>
          <a:ln>
            <a:noFill/>
          </a:ln>
        </p:spPr>
        <p:txBody>
          <a:bodyPr spcFirstLastPara="1" wrap="square" lIns="91425" tIns="45700" rIns="91425" bIns="45700" anchor="t" anchorCtr="0">
            <a:noAutofit/>
          </a:bodyPr>
          <a:lstStyle/>
          <a:p>
            <a:pPr lvl="0"/>
            <a:r>
              <a:rPr lang="da-DK"/>
              <a:t>Basic Operation</a:t>
            </a:r>
            <a:endParaRPr/>
          </a:p>
        </p:txBody>
      </p:sp>
      <p:sp>
        <p:nvSpPr>
          <p:cNvPr id="13" name="Content Placeholder 2">
            <a:extLst>
              <a:ext uri="{FF2B5EF4-FFF2-40B4-BE49-F238E27FC236}">
                <a16:creationId xmlns:a16="http://schemas.microsoft.com/office/drawing/2014/main" id="{FF3F0AE1-C39D-B613-50E3-10975CA5A05B}"/>
              </a:ext>
            </a:extLst>
          </p:cNvPr>
          <p:cNvSpPr>
            <a:spLocks noGrp="1"/>
          </p:cNvSpPr>
          <p:nvPr/>
        </p:nvSpPr>
        <p:spPr>
          <a:xfrm flipH="1">
            <a:off x="914310" y="2662699"/>
            <a:ext cx="7947664" cy="878175"/>
          </a:xfrm>
          <a:prstGeom prst="rect">
            <a:avLst/>
          </a:prstGeom>
          <a:ln>
            <a:noFill/>
          </a:ln>
        </p:spPr>
        <p:txBody>
          <a:bodyPr vert="horz" lIns="150781" tIns="75390" rIns="150781" bIns="75390" rtlCol="1">
            <a:normAutofit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lnSpc>
                <a:spcPct val="100000"/>
              </a:lnSpc>
              <a:spcBef>
                <a:spcPts val="989"/>
              </a:spcBef>
              <a:spcAft>
                <a:spcPts val="495"/>
              </a:spcAft>
              <a:buNone/>
              <a:tabLst>
                <a:tab pos="753923" algn="l"/>
              </a:tabLst>
            </a:pPr>
            <a:r>
              <a:rPr lang="da-DK" sz="4900" i="1">
                <a:solidFill>
                  <a:schemeClr val="dk2"/>
                </a:solidFill>
                <a:latin typeface="Barlow Condensed ExtraBold"/>
              </a:rPr>
              <a:t>Option 2: Basic Operation</a:t>
            </a:r>
            <a:endParaRPr lang="he-IL" sz="4900" i="1">
              <a:solidFill>
                <a:schemeClr val="dk2"/>
              </a:solidFill>
              <a:latin typeface="Barlow Condensed ExtraBold"/>
            </a:endParaRPr>
          </a:p>
        </p:txBody>
      </p:sp>
      <p:sp>
        <p:nvSpPr>
          <p:cNvPr id="14" name="TextBox 13">
            <a:extLst>
              <a:ext uri="{FF2B5EF4-FFF2-40B4-BE49-F238E27FC236}">
                <a16:creationId xmlns:a16="http://schemas.microsoft.com/office/drawing/2014/main" id="{5A2C8CE6-9965-6FF7-6A79-E387B2F0DDAB}"/>
              </a:ext>
            </a:extLst>
          </p:cNvPr>
          <p:cNvSpPr txBox="1"/>
          <p:nvPr/>
        </p:nvSpPr>
        <p:spPr>
          <a:xfrm>
            <a:off x="914310" y="3414397"/>
            <a:ext cx="6416386" cy="5563831"/>
          </a:xfrm>
          <a:prstGeom prst="rect">
            <a:avLst/>
          </a:prstGeom>
          <a:noFill/>
        </p:spPr>
        <p:txBody>
          <a:bodyPr wrap="square" rtlCol="1">
            <a:spAutoFit/>
          </a:bodyPr>
          <a:lstStyle/>
          <a:p>
            <a:pPr>
              <a:lnSpc>
                <a:spcPct val="150000"/>
              </a:lnSpc>
            </a:pPr>
            <a:r>
              <a:rPr lang="en-US" sz="2400" dirty="0"/>
              <a:t>Ideal if you already have a lab setup but want to use our HIVE processing unit.</a:t>
            </a:r>
            <a:br>
              <a:rPr lang="en-US" sz="2400" dirty="0"/>
            </a:br>
            <a:endParaRPr lang="en-US" sz="2400" dirty="0"/>
          </a:p>
          <a:p>
            <a:pPr>
              <a:lnSpc>
                <a:spcPct val="150000"/>
              </a:lnSpc>
            </a:pPr>
            <a:r>
              <a:rPr lang="en-US" sz="2400" b="1" dirty="0"/>
              <a:t>We Supply:</a:t>
            </a:r>
            <a:r>
              <a:rPr lang="en-US" sz="2400" dirty="0"/>
              <a:t> Payload, HIVE (CPU), SW, Cables and any other necessary ICDs .</a:t>
            </a:r>
          </a:p>
          <a:p>
            <a:pPr>
              <a:lnSpc>
                <a:spcPct val="150000"/>
              </a:lnSpc>
            </a:pPr>
            <a:endParaRPr lang="en-US" sz="2400" dirty="0"/>
          </a:p>
          <a:p>
            <a:pPr>
              <a:lnSpc>
                <a:spcPct val="150000"/>
              </a:lnSpc>
            </a:pPr>
            <a:r>
              <a:rPr lang="en-US" sz="2400" b="1" dirty="0"/>
              <a:t>You Supply:</a:t>
            </a:r>
            <a:r>
              <a:rPr lang="en-US" sz="2400" dirty="0"/>
              <a:t> PC, Power Supply (24-32V</a:t>
            </a:r>
            <a:r>
              <a:rPr lang="he-IL" sz="2400" dirty="0"/>
              <a:t>(</a:t>
            </a:r>
            <a:r>
              <a:rPr lang="en-US" sz="2400" dirty="0"/>
              <a:t>, Mechanical Mount, and Joystick.</a:t>
            </a:r>
            <a:br>
              <a:rPr lang="en-US" sz="2400" dirty="0"/>
            </a:br>
            <a:endParaRPr lang="en-US" sz="2400" dirty="0"/>
          </a:p>
          <a:p>
            <a:pPr>
              <a:lnSpc>
                <a:spcPct val="150000"/>
              </a:lnSpc>
            </a:pPr>
            <a:r>
              <a:rPr lang="en-US" sz="2400" b="1" dirty="0"/>
              <a:t>Goal:</a:t>
            </a:r>
            <a:r>
              <a:rPr lang="en-US" sz="2400" dirty="0"/>
              <a:t> Live video in </a:t>
            </a:r>
            <a:r>
              <a:rPr lang="en-US" sz="2400" b="1" dirty="0"/>
              <a:t>15 minutes</a:t>
            </a:r>
            <a:r>
              <a:rPr lang="en-US" sz="2400" dirty="0"/>
              <a:t>.</a:t>
            </a:r>
          </a:p>
        </p:txBody>
      </p:sp>
      <p:cxnSp>
        <p:nvCxnSpPr>
          <p:cNvPr id="15" name="Straight Connector 14">
            <a:extLst>
              <a:ext uri="{FF2B5EF4-FFF2-40B4-BE49-F238E27FC236}">
                <a16:creationId xmlns:a16="http://schemas.microsoft.com/office/drawing/2014/main" id="{196EC5EC-7872-20F6-1B20-A0E54B0F576E}"/>
              </a:ext>
            </a:extLst>
          </p:cNvPr>
          <p:cNvCxnSpPr>
            <a:cxnSpLocks/>
          </p:cNvCxnSpPr>
          <p:nvPr/>
        </p:nvCxnSpPr>
        <p:spPr>
          <a:xfrm>
            <a:off x="10052050" y="2876550"/>
            <a:ext cx="0" cy="78486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7963B3-FFD4-3E78-57CE-8F33679287EF}"/>
              </a:ext>
            </a:extLst>
          </p:cNvPr>
          <p:cNvSpPr>
            <a:spLocks noGrp="1"/>
          </p:cNvSpPr>
          <p:nvPr/>
        </p:nvSpPr>
        <p:spPr>
          <a:xfrm flipH="1">
            <a:off x="10801260" y="2662699"/>
            <a:ext cx="7947664" cy="878175"/>
          </a:xfrm>
          <a:prstGeom prst="rect">
            <a:avLst/>
          </a:prstGeom>
          <a:ln>
            <a:noFill/>
          </a:ln>
        </p:spPr>
        <p:txBody>
          <a:bodyPr vert="horz" lIns="150781" tIns="75390" rIns="150781" bIns="75390" rtlCol="1">
            <a:normAutofit fontScale="92500"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lnSpc>
                <a:spcPct val="100000"/>
              </a:lnSpc>
              <a:spcBef>
                <a:spcPts val="989"/>
              </a:spcBef>
              <a:spcAft>
                <a:spcPts val="495"/>
              </a:spcAft>
              <a:buNone/>
              <a:tabLst>
                <a:tab pos="753923" algn="l"/>
              </a:tabLst>
            </a:pPr>
            <a:r>
              <a:rPr lang="da-DK" sz="4900" i="1" dirty="0">
                <a:solidFill>
                  <a:schemeClr val="dk2"/>
                </a:solidFill>
                <a:latin typeface="Barlow Condensed ExtraBold"/>
              </a:rPr>
              <a:t>Docker Basic Integration</a:t>
            </a:r>
          </a:p>
          <a:p>
            <a:pPr marL="0" indent="0" algn="l" rtl="0">
              <a:lnSpc>
                <a:spcPct val="100000"/>
              </a:lnSpc>
              <a:spcBef>
                <a:spcPts val="989"/>
              </a:spcBef>
              <a:spcAft>
                <a:spcPts val="495"/>
              </a:spcAft>
              <a:buNone/>
              <a:tabLst>
                <a:tab pos="753923" algn="l"/>
              </a:tabLst>
            </a:pPr>
            <a:endParaRPr lang="he-IL" sz="3400" i="1" dirty="0">
              <a:solidFill>
                <a:schemeClr val="dk2"/>
              </a:solidFill>
              <a:latin typeface="Barlow Condensed ExtraBold"/>
            </a:endParaRPr>
          </a:p>
        </p:txBody>
      </p:sp>
      <p:sp>
        <p:nvSpPr>
          <p:cNvPr id="4" name="TextBox 3">
            <a:extLst>
              <a:ext uri="{FF2B5EF4-FFF2-40B4-BE49-F238E27FC236}">
                <a16:creationId xmlns:a16="http://schemas.microsoft.com/office/drawing/2014/main" id="{126B17E1-E25F-A936-34A3-0E85BE5CD3B3}"/>
              </a:ext>
            </a:extLst>
          </p:cNvPr>
          <p:cNvSpPr txBox="1"/>
          <p:nvPr/>
        </p:nvSpPr>
        <p:spPr>
          <a:xfrm>
            <a:off x="10801260" y="3414397"/>
            <a:ext cx="7200990" cy="6117829"/>
          </a:xfrm>
          <a:prstGeom prst="rect">
            <a:avLst/>
          </a:prstGeom>
          <a:noFill/>
        </p:spPr>
        <p:txBody>
          <a:bodyPr wrap="square" rtlCol="1">
            <a:spAutoFit/>
          </a:bodyPr>
          <a:lstStyle/>
          <a:p>
            <a:pPr>
              <a:lnSpc>
                <a:spcPct val="150000"/>
              </a:lnSpc>
            </a:pPr>
            <a:r>
              <a:rPr lang="en-US" sz="2400" dirty="0"/>
              <a:t>Specifically designed for teams already standardized on the NVIDIA Jetson Orin platform (Jetpack 5.x/6.x).</a:t>
            </a:r>
          </a:p>
          <a:p>
            <a:pPr>
              <a:lnSpc>
                <a:spcPct val="150000"/>
              </a:lnSpc>
            </a:pPr>
            <a:endParaRPr lang="en-US" sz="2400" dirty="0"/>
          </a:p>
          <a:p>
            <a:pPr>
              <a:lnSpc>
                <a:spcPct val="150000"/>
              </a:lnSpc>
            </a:pPr>
            <a:r>
              <a:rPr lang="en-US" sz="2400" b="1" dirty="0"/>
              <a:t>We Supply:</a:t>
            </a:r>
            <a:r>
              <a:rPr lang="en-US" sz="2400" dirty="0"/>
              <a:t> Payload, Docker Image, SW, Cables and any other necessary ICDs.</a:t>
            </a:r>
          </a:p>
          <a:p>
            <a:pPr>
              <a:lnSpc>
                <a:spcPct val="150000"/>
              </a:lnSpc>
            </a:pPr>
            <a:endParaRPr lang="en-US" sz="2400" dirty="0"/>
          </a:p>
          <a:p>
            <a:pPr>
              <a:lnSpc>
                <a:spcPct val="150000"/>
              </a:lnSpc>
            </a:pPr>
            <a:r>
              <a:rPr lang="en-US" sz="2400" b="1" dirty="0"/>
              <a:t>You Supply:</a:t>
            </a:r>
            <a:r>
              <a:rPr lang="en-US" sz="2400" dirty="0"/>
              <a:t> Jetson Orin NX jetpack 5/6X, carrier with type-c connection, PC and Mechanical Mount.</a:t>
            </a:r>
            <a:br>
              <a:rPr lang="en-US" sz="2400" dirty="0"/>
            </a:br>
            <a:endParaRPr lang="en-US" sz="2400" dirty="0"/>
          </a:p>
          <a:p>
            <a:pPr>
              <a:lnSpc>
                <a:spcPct val="150000"/>
              </a:lnSpc>
            </a:pPr>
            <a:r>
              <a:rPr lang="en-US" sz="2400" b="1" dirty="0"/>
              <a:t>Goal:</a:t>
            </a:r>
            <a:r>
              <a:rPr lang="en-US" sz="2400" dirty="0"/>
              <a:t> Environment up and running in </a:t>
            </a:r>
            <a:r>
              <a:rPr lang="en-US" sz="2400" b="1" dirty="0"/>
              <a:t>2 hours</a:t>
            </a:r>
            <a:r>
              <a:rPr lang="en-US" sz="2400" dirty="0"/>
              <a:t>.</a:t>
            </a:r>
          </a:p>
        </p:txBody>
      </p:sp>
    </p:spTree>
    <p:extLst>
      <p:ext uri="{BB962C8B-B14F-4D97-AF65-F5344CB8AC3E}">
        <p14:creationId xmlns:p14="http://schemas.microsoft.com/office/powerpoint/2010/main" val="1902278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3EE2976C-54BE-DC2A-F5AA-BE0CF5A174BF}"/>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013D3D6D-08EF-D605-4E41-1652F5833951}"/>
              </a:ext>
            </a:extLst>
          </p:cNvPr>
          <p:cNvSpPr txBox="1">
            <a:spLocks noGrp="1"/>
          </p:cNvSpPr>
          <p:nvPr>
            <p:ph type="title"/>
          </p:nvPr>
        </p:nvSpPr>
        <p:spPr>
          <a:xfrm>
            <a:off x="752525" y="836869"/>
            <a:ext cx="13173023" cy="1463880"/>
          </a:xfrm>
          <a:prstGeom prst="rect">
            <a:avLst/>
          </a:prstGeom>
          <a:noFill/>
          <a:ln>
            <a:noFill/>
          </a:ln>
        </p:spPr>
        <p:txBody>
          <a:bodyPr spcFirstLastPara="1" wrap="square" lIns="91425" tIns="45700" rIns="91425" bIns="45700" anchor="t" anchorCtr="0">
            <a:noAutofit/>
          </a:bodyPr>
          <a:lstStyle/>
          <a:p>
            <a:pPr lvl="0"/>
            <a:r>
              <a:rPr lang="da-DK"/>
              <a:t>The Professional Integration (SDK)</a:t>
            </a:r>
            <a:endParaRPr/>
          </a:p>
        </p:txBody>
      </p:sp>
      <p:sp>
        <p:nvSpPr>
          <p:cNvPr id="13" name="Content Placeholder 2">
            <a:extLst>
              <a:ext uri="{FF2B5EF4-FFF2-40B4-BE49-F238E27FC236}">
                <a16:creationId xmlns:a16="http://schemas.microsoft.com/office/drawing/2014/main" id="{D738A0A9-9B2F-1036-8ED1-68D3089BB217}"/>
              </a:ext>
            </a:extLst>
          </p:cNvPr>
          <p:cNvSpPr>
            <a:spLocks noGrp="1"/>
          </p:cNvSpPr>
          <p:nvPr/>
        </p:nvSpPr>
        <p:spPr>
          <a:xfrm flipH="1">
            <a:off x="914310" y="3519949"/>
            <a:ext cx="7947664" cy="878175"/>
          </a:xfrm>
          <a:prstGeom prst="rect">
            <a:avLst/>
          </a:prstGeom>
          <a:ln>
            <a:noFill/>
          </a:ln>
        </p:spPr>
        <p:txBody>
          <a:bodyPr vert="horz" lIns="150781" tIns="75390" rIns="150781" bIns="7539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lnSpc>
                <a:spcPct val="110000"/>
              </a:lnSpc>
              <a:spcBef>
                <a:spcPts val="989"/>
              </a:spcBef>
              <a:spcAft>
                <a:spcPts val="495"/>
              </a:spcAft>
              <a:buNone/>
              <a:tabLst>
                <a:tab pos="753923" algn="l"/>
              </a:tabLst>
            </a:pPr>
            <a:r>
              <a:rPr lang="en-US" sz="4900" i="1" dirty="0">
                <a:solidFill>
                  <a:schemeClr val="dk2"/>
                </a:solidFill>
                <a:latin typeface="Barlow Condensed ExtraBold"/>
              </a:rPr>
              <a:t>Option 3: Payload + HIVE + SDK</a:t>
            </a:r>
          </a:p>
        </p:txBody>
      </p:sp>
      <p:sp>
        <p:nvSpPr>
          <p:cNvPr id="14" name="TextBox 13">
            <a:extLst>
              <a:ext uri="{FF2B5EF4-FFF2-40B4-BE49-F238E27FC236}">
                <a16:creationId xmlns:a16="http://schemas.microsoft.com/office/drawing/2014/main" id="{FD35FF80-9504-8203-69DC-8E2E193BBF0E}"/>
              </a:ext>
            </a:extLst>
          </p:cNvPr>
          <p:cNvSpPr txBox="1"/>
          <p:nvPr/>
        </p:nvSpPr>
        <p:spPr>
          <a:xfrm>
            <a:off x="914309" y="4271647"/>
            <a:ext cx="8276179" cy="6671826"/>
          </a:xfrm>
          <a:prstGeom prst="rect">
            <a:avLst/>
          </a:prstGeom>
          <a:noFill/>
        </p:spPr>
        <p:txBody>
          <a:bodyPr wrap="square" rtlCol="1">
            <a:spAutoFit/>
          </a:bodyPr>
          <a:lstStyle/>
          <a:p>
            <a:pPr>
              <a:lnSpc>
                <a:spcPct val="150000"/>
              </a:lnSpc>
            </a:pPr>
            <a:r>
              <a:rPr lang="en-US" sz="2400" dirty="0"/>
              <a:t>Use our optimized hardware (HIVE) </a:t>
            </a:r>
            <a:br>
              <a:rPr lang="en-US" sz="2400" dirty="0"/>
            </a:br>
            <a:r>
              <a:rPr lang="en-US" sz="2400" dirty="0"/>
              <a:t>but take full control of the "brain" using your own ground software.</a:t>
            </a:r>
            <a:br>
              <a:rPr lang="en-US" sz="2400" dirty="0"/>
            </a:br>
            <a:endParaRPr lang="en-US" sz="2400" dirty="0"/>
          </a:p>
          <a:p>
            <a:pPr>
              <a:lnSpc>
                <a:spcPct val="150000"/>
              </a:lnSpc>
            </a:pPr>
            <a:r>
              <a:rPr lang="en-US" sz="2400" b="1" dirty="0"/>
              <a:t>We Supply:</a:t>
            </a:r>
            <a:r>
              <a:rPr lang="en-US" sz="2400" dirty="0"/>
              <a:t> Payload, HIVE (CPU), SW, Cables and any other necessary ICDs include SDK API &amp; Documentation.</a:t>
            </a:r>
          </a:p>
          <a:p>
            <a:pPr>
              <a:lnSpc>
                <a:spcPct val="150000"/>
              </a:lnSpc>
            </a:pPr>
            <a:endParaRPr lang="en-US" sz="2400" dirty="0"/>
          </a:p>
          <a:p>
            <a:pPr>
              <a:lnSpc>
                <a:spcPct val="150000"/>
              </a:lnSpc>
            </a:pPr>
            <a:r>
              <a:rPr lang="en-US" sz="2400" b="1" dirty="0"/>
              <a:t>You Supply:</a:t>
            </a:r>
            <a:r>
              <a:rPr lang="en-US" sz="2400" dirty="0"/>
              <a:t> The Drone/Platform, Mechanical Mount, Power Supply (24-32V</a:t>
            </a:r>
            <a:r>
              <a:rPr lang="he-IL" sz="2400" dirty="0"/>
              <a:t>(</a:t>
            </a:r>
            <a:r>
              <a:rPr lang="en-US" sz="2400" dirty="0"/>
              <a:t> and Ethernet connection.</a:t>
            </a:r>
            <a:br>
              <a:rPr lang="en-US" sz="2400" dirty="0"/>
            </a:br>
            <a:endParaRPr lang="en-US" sz="2400" dirty="0"/>
          </a:p>
          <a:p>
            <a:pPr>
              <a:lnSpc>
                <a:spcPct val="150000"/>
              </a:lnSpc>
            </a:pPr>
            <a:r>
              <a:rPr lang="en-US" sz="2400" b="1" dirty="0"/>
              <a:t>Timeline:</a:t>
            </a:r>
            <a:r>
              <a:rPr lang="en-US" sz="2400" dirty="0"/>
              <a:t> </a:t>
            </a:r>
            <a:r>
              <a:rPr lang="en-US" sz="2400" b="1" dirty="0"/>
              <a:t>24-48 </a:t>
            </a:r>
            <a:r>
              <a:rPr lang="en-US" sz="2400" b="1" dirty="0" err="1"/>
              <a:t>hrs</a:t>
            </a:r>
            <a:r>
              <a:rPr lang="en-US" sz="2400" dirty="0"/>
              <a:t> for basic feed; </a:t>
            </a:r>
            <a:r>
              <a:rPr lang="en-US" sz="2400" b="1" dirty="0"/>
              <a:t>2-4 weeks </a:t>
            </a:r>
            <a:r>
              <a:rPr lang="en-US" sz="2400" dirty="0"/>
              <a:t>for full </a:t>
            </a:r>
            <a:r>
              <a:rPr lang="da-DK" sz="2400" dirty="0">
                <a:solidFill>
                  <a:srgbClr val="1F1F1F"/>
                </a:solidFill>
                <a:latin typeface="Arial" panose="020B0604020202020204" pitchFamily="34" charset="0"/>
              </a:rPr>
              <a:t>Operational Readiness.</a:t>
            </a:r>
            <a:r>
              <a:rPr lang="da-DK" sz="2400" b="1" dirty="0">
                <a:solidFill>
                  <a:srgbClr val="1F1F1F"/>
                </a:solidFill>
                <a:latin typeface="Arial" panose="020B0604020202020204" pitchFamily="34" charset="0"/>
              </a:rPr>
              <a:t> </a:t>
            </a:r>
            <a:endParaRPr lang="en-US" sz="2400" dirty="0"/>
          </a:p>
        </p:txBody>
      </p:sp>
      <p:cxnSp>
        <p:nvCxnSpPr>
          <p:cNvPr id="15" name="Straight Connector 14">
            <a:extLst>
              <a:ext uri="{FF2B5EF4-FFF2-40B4-BE49-F238E27FC236}">
                <a16:creationId xmlns:a16="http://schemas.microsoft.com/office/drawing/2014/main" id="{6B49C0B4-F3F9-F4BE-9539-E2192D1D2817}"/>
              </a:ext>
            </a:extLst>
          </p:cNvPr>
          <p:cNvCxnSpPr>
            <a:cxnSpLocks/>
          </p:cNvCxnSpPr>
          <p:nvPr/>
        </p:nvCxnSpPr>
        <p:spPr>
          <a:xfrm>
            <a:off x="10052050" y="3733800"/>
            <a:ext cx="0" cy="70104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F39D04E-4B17-24F5-97B0-58FBE91859ED}"/>
              </a:ext>
            </a:extLst>
          </p:cNvPr>
          <p:cNvSpPr>
            <a:spLocks noGrp="1"/>
          </p:cNvSpPr>
          <p:nvPr/>
        </p:nvSpPr>
        <p:spPr>
          <a:xfrm flipH="1">
            <a:off x="10801260" y="3519949"/>
            <a:ext cx="7947664" cy="878175"/>
          </a:xfrm>
          <a:prstGeom prst="rect">
            <a:avLst/>
          </a:prstGeom>
          <a:ln>
            <a:noFill/>
          </a:ln>
        </p:spPr>
        <p:txBody>
          <a:bodyPr vert="horz" lIns="150781" tIns="75390" rIns="150781" bIns="75390" rtlCol="1">
            <a:normAutofit lnSpcReduction="1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spcBef>
                <a:spcPts val="989"/>
              </a:spcBef>
              <a:spcAft>
                <a:spcPts val="495"/>
              </a:spcAft>
              <a:buNone/>
              <a:tabLst>
                <a:tab pos="753923" algn="l"/>
              </a:tabLst>
            </a:pPr>
            <a:r>
              <a:rPr lang="da-DK" sz="4900" i="1" dirty="0">
                <a:solidFill>
                  <a:schemeClr val="dk2"/>
                </a:solidFill>
                <a:latin typeface="Barlow Condensed ExtraBold"/>
              </a:rPr>
              <a:t>Option 4: Payload + Docker + SDK</a:t>
            </a:r>
          </a:p>
          <a:p>
            <a:pPr marL="0" indent="0" algn="l" rtl="0">
              <a:lnSpc>
                <a:spcPct val="100000"/>
              </a:lnSpc>
              <a:spcBef>
                <a:spcPts val="989"/>
              </a:spcBef>
              <a:spcAft>
                <a:spcPts val="495"/>
              </a:spcAft>
              <a:buNone/>
              <a:tabLst>
                <a:tab pos="753923" algn="l"/>
              </a:tabLst>
            </a:pPr>
            <a:endParaRPr lang="he-IL" sz="3400" i="1" dirty="0">
              <a:solidFill>
                <a:schemeClr val="dk2"/>
              </a:solidFill>
              <a:latin typeface="Barlow Condensed ExtraBold"/>
            </a:endParaRPr>
          </a:p>
        </p:txBody>
      </p:sp>
      <p:sp>
        <p:nvSpPr>
          <p:cNvPr id="4" name="TextBox 3">
            <a:extLst>
              <a:ext uri="{FF2B5EF4-FFF2-40B4-BE49-F238E27FC236}">
                <a16:creationId xmlns:a16="http://schemas.microsoft.com/office/drawing/2014/main" id="{622C8861-FBA4-4F8B-BFC1-AF091D942303}"/>
              </a:ext>
            </a:extLst>
          </p:cNvPr>
          <p:cNvSpPr txBox="1"/>
          <p:nvPr/>
        </p:nvSpPr>
        <p:spPr>
          <a:xfrm>
            <a:off x="10801259" y="4271647"/>
            <a:ext cx="8928077" cy="6117829"/>
          </a:xfrm>
          <a:prstGeom prst="rect">
            <a:avLst/>
          </a:prstGeom>
          <a:noFill/>
        </p:spPr>
        <p:txBody>
          <a:bodyPr wrap="square" rtlCol="1">
            <a:spAutoFit/>
          </a:bodyPr>
          <a:lstStyle/>
          <a:p>
            <a:pPr>
              <a:lnSpc>
                <a:spcPct val="150000"/>
              </a:lnSpc>
            </a:pPr>
            <a:r>
              <a:rPr lang="en-US" sz="2400" dirty="0"/>
              <a:t>The deepest level of integration. Our payload becomes a native part of your Jetson-based architecture and your custom GCS.</a:t>
            </a:r>
          </a:p>
          <a:p>
            <a:pPr>
              <a:lnSpc>
                <a:spcPct val="150000"/>
              </a:lnSpc>
            </a:pPr>
            <a:endParaRPr lang="en-US" sz="2400" dirty="0"/>
          </a:p>
          <a:p>
            <a:pPr>
              <a:lnSpc>
                <a:spcPct val="150000"/>
              </a:lnSpc>
            </a:pPr>
            <a:r>
              <a:rPr lang="en-US" sz="2400" b="1" dirty="0"/>
              <a:t>We Supply:</a:t>
            </a:r>
            <a:r>
              <a:rPr lang="en-US" sz="2400" dirty="0"/>
              <a:t> </a:t>
            </a:r>
            <a:r>
              <a:rPr lang="en-US" sz="2400" b="1" dirty="0"/>
              <a:t>:</a:t>
            </a:r>
            <a:r>
              <a:rPr lang="en-US" sz="2400" dirty="0"/>
              <a:t> Payload, Docker Image, SW, Cables and any other necessary ICDs. </a:t>
            </a:r>
          </a:p>
          <a:p>
            <a:pPr>
              <a:lnSpc>
                <a:spcPct val="150000"/>
              </a:lnSpc>
            </a:pPr>
            <a:endParaRPr lang="en-US" sz="2400" b="1" dirty="0"/>
          </a:p>
          <a:p>
            <a:pPr>
              <a:lnSpc>
                <a:spcPct val="150000"/>
              </a:lnSpc>
            </a:pPr>
            <a:r>
              <a:rPr lang="en-US" sz="2400" b="1" dirty="0"/>
              <a:t>You Supply:</a:t>
            </a:r>
            <a:r>
              <a:rPr lang="en-US" sz="2400" dirty="0"/>
              <a:t> Your Jetson-based platform, Power Supply (24-32V</a:t>
            </a:r>
            <a:r>
              <a:rPr lang="he-IL" sz="2400" dirty="0"/>
              <a:t>(</a:t>
            </a:r>
            <a:r>
              <a:rPr lang="en-US" sz="2400" dirty="0"/>
              <a:t>, Mechanical Mount and Type-C connectivity.</a:t>
            </a:r>
          </a:p>
          <a:p>
            <a:pPr>
              <a:lnSpc>
                <a:spcPct val="150000"/>
              </a:lnSpc>
            </a:pPr>
            <a:endParaRPr lang="en-US" sz="2400" dirty="0"/>
          </a:p>
          <a:p>
            <a:pPr>
              <a:lnSpc>
                <a:spcPct val="150000"/>
              </a:lnSpc>
            </a:pPr>
            <a:r>
              <a:rPr lang="en-US" sz="2400" b="1" dirty="0"/>
              <a:t>Timeline:</a:t>
            </a:r>
            <a:r>
              <a:rPr lang="en-US" sz="2400" dirty="0"/>
              <a:t> </a:t>
            </a:r>
            <a:r>
              <a:rPr lang="en-US" sz="2400" b="1" dirty="0"/>
              <a:t>24-48 </a:t>
            </a:r>
            <a:r>
              <a:rPr lang="en-US" sz="2400" b="1" dirty="0" err="1"/>
              <a:t>hrs</a:t>
            </a:r>
            <a:r>
              <a:rPr lang="en-US" sz="2400" dirty="0"/>
              <a:t> for basic feed; ; </a:t>
            </a:r>
            <a:r>
              <a:rPr lang="en-US" sz="2400" b="1" dirty="0"/>
              <a:t>2-4 weeks </a:t>
            </a:r>
            <a:r>
              <a:rPr lang="en-US" sz="2400" dirty="0"/>
              <a:t>for full </a:t>
            </a:r>
            <a:r>
              <a:rPr lang="da-DK" sz="2400" dirty="0">
                <a:solidFill>
                  <a:srgbClr val="1F1F1F"/>
                </a:solidFill>
                <a:latin typeface="Arial" panose="020B0604020202020204" pitchFamily="34" charset="0"/>
              </a:rPr>
              <a:t>Operational Readiness.</a:t>
            </a:r>
            <a:r>
              <a:rPr lang="da-DK" sz="2400" b="1" dirty="0">
                <a:solidFill>
                  <a:srgbClr val="1F1F1F"/>
                </a:solidFill>
                <a:latin typeface="Arial" panose="020B0604020202020204" pitchFamily="34" charset="0"/>
              </a:rPr>
              <a:t> </a:t>
            </a:r>
            <a:endParaRPr lang="en-US" sz="2400" dirty="0"/>
          </a:p>
        </p:txBody>
      </p:sp>
      <p:sp>
        <p:nvSpPr>
          <p:cNvPr id="7" name="TextBox 6">
            <a:extLst>
              <a:ext uri="{FF2B5EF4-FFF2-40B4-BE49-F238E27FC236}">
                <a16:creationId xmlns:a16="http://schemas.microsoft.com/office/drawing/2014/main" id="{A7D2720F-14F4-1F46-686E-399209456106}"/>
              </a:ext>
            </a:extLst>
          </p:cNvPr>
          <p:cNvSpPr txBox="1"/>
          <p:nvPr/>
        </p:nvSpPr>
        <p:spPr>
          <a:xfrm>
            <a:off x="914310" y="2744670"/>
            <a:ext cx="11982540" cy="400110"/>
          </a:xfrm>
          <a:prstGeom prst="rect">
            <a:avLst/>
          </a:prstGeom>
          <a:noFill/>
        </p:spPr>
        <p:txBody>
          <a:bodyPr wrap="square">
            <a:spAutoFit/>
          </a:bodyPr>
          <a:lstStyle/>
          <a:p>
            <a:pPr>
              <a:buNone/>
            </a:pPr>
            <a:r>
              <a:rPr lang="en-US" sz="2000" dirty="0"/>
              <a:t>These options are for clients building a proprietary drone platform or Ground Control Station (GCS).</a:t>
            </a:r>
          </a:p>
        </p:txBody>
      </p:sp>
    </p:spTree>
    <p:extLst>
      <p:ext uri="{BB962C8B-B14F-4D97-AF65-F5344CB8AC3E}">
        <p14:creationId xmlns:p14="http://schemas.microsoft.com/office/powerpoint/2010/main" val="2147254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3"/>
          <p:cNvSpPr txBox="1">
            <a:spLocks noGrp="1"/>
          </p:cNvSpPr>
          <p:nvPr>
            <p:ph type="title"/>
          </p:nvPr>
        </p:nvSpPr>
        <p:spPr>
          <a:xfrm>
            <a:off x="752525" y="836869"/>
            <a:ext cx="13097769" cy="1463880"/>
          </a:xfrm>
          <a:prstGeom prst="rect">
            <a:avLst/>
          </a:prstGeom>
          <a:noFill/>
          <a:ln>
            <a:noFill/>
          </a:ln>
        </p:spPr>
        <p:txBody>
          <a:bodyPr spcFirstLastPara="1" wrap="square" lIns="91425" tIns="45700" rIns="91425" bIns="45700" anchor="t" anchorCtr="0">
            <a:noAutofit/>
          </a:bodyPr>
          <a:lstStyle/>
          <a:p>
            <a:pPr lvl="0"/>
            <a:r>
              <a:rPr lang="da-DK"/>
              <a:t>Full Operation Kit / </a:t>
            </a:r>
            <a:r>
              <a:rPr lang="da-DK" sz="8000"/>
              <a:t>Basic Operation</a:t>
            </a:r>
            <a:endParaRPr/>
          </a:p>
        </p:txBody>
      </p:sp>
      <p:sp>
        <p:nvSpPr>
          <p:cNvPr id="157" name="Google Shape;157;p23"/>
          <p:cNvSpPr txBox="1">
            <a:spLocks noGrp="1"/>
          </p:cNvSpPr>
          <p:nvPr>
            <p:ph type="body" idx="1"/>
          </p:nvPr>
        </p:nvSpPr>
        <p:spPr>
          <a:xfrm>
            <a:off x="752525" y="2064774"/>
            <a:ext cx="18494120" cy="9047511"/>
          </a:xfrm>
          <a:prstGeom prst="rect">
            <a:avLst/>
          </a:prstGeom>
          <a:noFill/>
          <a:ln>
            <a:noFill/>
          </a:ln>
        </p:spPr>
        <p:txBody>
          <a:bodyPr spcFirstLastPara="1" wrap="square" lIns="91425" tIns="45700" rIns="91425" bIns="45700" anchor="t" anchorCtr="0">
            <a:normAutofit fontScale="92500" lnSpcReduction="10000"/>
          </a:bodyPr>
          <a:lstStyle/>
          <a:p>
            <a:pPr marL="0" lvl="0" indent="0">
              <a:lnSpc>
                <a:spcPct val="150000"/>
              </a:lnSpc>
              <a:spcBef>
                <a:spcPts val="0"/>
              </a:spcBef>
              <a:buClrTx/>
              <a:buSzTx/>
              <a:buNone/>
              <a:defRPr/>
            </a:pPr>
            <a:r>
              <a:rPr lang="en-US" sz="1800" kern="1200">
                <a:solidFill>
                  <a:schemeClr val="tx1"/>
                </a:solidFill>
                <a:latin typeface="+mj-lt"/>
              </a:rPr>
              <a:t>To execute proper integration of Micro Sting Payloads you need to make sure you have the following items –</a:t>
            </a:r>
          </a:p>
          <a:p>
            <a:pPr marL="342900" lvl="0" indent="-342900">
              <a:lnSpc>
                <a:spcPct val="150000"/>
              </a:lnSpc>
              <a:spcBef>
                <a:spcPts val="0"/>
              </a:spcBef>
              <a:buClrTx/>
              <a:buSzTx/>
              <a:buFontTx/>
              <a:buAutoNum type="arabicPeriod"/>
              <a:defRPr/>
            </a:pPr>
            <a:r>
              <a:rPr lang="en-US" sz="1800">
                <a:solidFill>
                  <a:schemeClr val="tx1"/>
                </a:solidFill>
                <a:latin typeface="+mj-lt"/>
              </a:rPr>
              <a:t>Micro Sting Payload</a:t>
            </a:r>
          </a:p>
          <a:p>
            <a:pPr marL="342900" lvl="0" indent="-342900">
              <a:lnSpc>
                <a:spcPct val="150000"/>
              </a:lnSpc>
              <a:spcBef>
                <a:spcPts val="0"/>
              </a:spcBef>
              <a:buClrTx/>
              <a:buSzTx/>
              <a:buFontTx/>
              <a:buAutoNum type="arabicPeriod"/>
              <a:defRPr/>
            </a:pPr>
            <a:r>
              <a:rPr lang="en-US" sz="1800" kern="1200">
                <a:solidFill>
                  <a:schemeClr val="tx1"/>
                </a:solidFill>
                <a:latin typeface="+mj-lt"/>
              </a:rPr>
              <a:t>Micro </a:t>
            </a:r>
            <a:r>
              <a:rPr lang="en-US" sz="1800">
                <a:solidFill>
                  <a:schemeClr val="tx1"/>
                </a:solidFill>
                <a:latin typeface="+mj-lt"/>
              </a:rPr>
              <a:t>Sting CPU (HIVE)</a:t>
            </a:r>
          </a:p>
          <a:p>
            <a:pPr marL="342900" lvl="0" indent="-342900">
              <a:lnSpc>
                <a:spcPct val="150000"/>
              </a:lnSpc>
              <a:spcBef>
                <a:spcPts val="0"/>
              </a:spcBef>
              <a:buClrTx/>
              <a:buSzTx/>
              <a:buFontTx/>
              <a:buAutoNum type="arabicPeriod"/>
              <a:defRPr/>
            </a:pPr>
            <a:r>
              <a:rPr lang="en-US" sz="1800" kern="1200">
                <a:solidFill>
                  <a:schemeClr val="tx1"/>
                </a:solidFill>
                <a:latin typeface="+mj-lt"/>
              </a:rPr>
              <a:t>Laptop with </a:t>
            </a:r>
            <a:r>
              <a:rPr lang="en-US" sz="1800" kern="1200" err="1">
                <a:solidFill>
                  <a:schemeClr val="tx1"/>
                </a:solidFill>
                <a:latin typeface="+mj-lt"/>
                <a:hlinkClick r:id="rId3" action="ppaction://hlinkfile">
                  <a:extLst>
                    <a:ext uri="{A12FA001-AC4F-418D-AE19-62706E023703}">
                      <ahyp:hlinkClr xmlns:ahyp="http://schemas.microsoft.com/office/drawing/2018/hyperlinkcolor" val="tx"/>
                    </a:ext>
                  </a:extLst>
                </a:hlinkClick>
              </a:rPr>
              <a:t>QBee</a:t>
            </a:r>
            <a:r>
              <a:rPr lang="en-US" sz="1800" kern="1200">
                <a:solidFill>
                  <a:schemeClr val="tx1"/>
                </a:solidFill>
                <a:latin typeface="+mj-lt"/>
              </a:rPr>
              <a:t> installed - </a:t>
            </a:r>
            <a:r>
              <a:rPr lang="en-US" sz="1800" b="1">
                <a:solidFill>
                  <a:schemeClr val="tx1"/>
                </a:solidFill>
                <a:latin typeface="+mj-lt"/>
              </a:rPr>
              <a:t>NOTE : Please ensure that your computer doesn't have any special security settings or protections that might block the </a:t>
            </a:r>
            <a:r>
              <a:rPr lang="en-US" sz="1800" b="1" err="1">
                <a:solidFill>
                  <a:schemeClr val="tx1"/>
                </a:solidFill>
                <a:latin typeface="+mj-lt"/>
              </a:rPr>
              <a:t>QBee</a:t>
            </a:r>
            <a:r>
              <a:rPr lang="en-US" sz="1800" b="1">
                <a:solidFill>
                  <a:schemeClr val="tx1"/>
                </a:solidFill>
                <a:latin typeface="+mj-lt"/>
              </a:rPr>
              <a:t> software.</a:t>
            </a:r>
            <a:br>
              <a:rPr lang="en-US" sz="1800" b="1">
                <a:solidFill>
                  <a:schemeClr val="tx1"/>
                </a:solidFill>
                <a:latin typeface="+mj-lt"/>
              </a:rPr>
            </a:br>
            <a:r>
              <a:rPr lang="en-US" sz="1800">
                <a:solidFill>
                  <a:schemeClr val="tx1"/>
                </a:solidFill>
                <a:latin typeface="+mj-lt"/>
              </a:rPr>
              <a:t>The laptop will use you to control : </a:t>
            </a:r>
          </a:p>
          <a:p>
            <a:pPr marL="1257300" lvl="2" indent="-342900">
              <a:lnSpc>
                <a:spcPct val="160000"/>
              </a:lnSpc>
              <a:buFont typeface="Arial" panose="020B0604020202020204" pitchFamily="34" charset="0"/>
              <a:buChar char="•"/>
              <a:defRPr/>
            </a:pPr>
            <a:r>
              <a:rPr lang="en-US" sz="1800" b="1" u="sng" err="1">
                <a:solidFill>
                  <a:schemeClr val="tx1"/>
                </a:solidFill>
                <a:latin typeface="+mj-lt"/>
                <a:hlinkClick r:id="rId4" action="ppaction://hlinksldjump"/>
              </a:rPr>
              <a:t>QBee</a:t>
            </a:r>
            <a:r>
              <a:rPr lang="en-US" sz="1800">
                <a:solidFill>
                  <a:schemeClr val="tx1"/>
                </a:solidFill>
                <a:latin typeface="+mj-lt"/>
              </a:rPr>
              <a:t> – the operation software</a:t>
            </a:r>
          </a:p>
          <a:p>
            <a:pPr marL="1257300" lvl="2" indent="-342900">
              <a:lnSpc>
                <a:spcPct val="160000"/>
              </a:lnSpc>
              <a:buFont typeface="Arial" panose="020B0604020202020204" pitchFamily="34" charset="0"/>
              <a:buChar char="•"/>
              <a:defRPr/>
            </a:pPr>
            <a:r>
              <a:rPr lang="en-US" sz="1800" b="1" u="sng" err="1">
                <a:solidFill>
                  <a:schemeClr val="tx1"/>
                </a:solidFill>
                <a:latin typeface="+mj-lt"/>
                <a:hlinkClick r:id="rId5" action="ppaction://hlinksldjump"/>
              </a:rPr>
              <a:t>WebAcces</a:t>
            </a:r>
            <a:r>
              <a:rPr lang="en-US" sz="1800">
                <a:solidFill>
                  <a:schemeClr val="tx1"/>
                </a:solidFill>
                <a:latin typeface="+mj-lt"/>
              </a:rPr>
              <a:t> – The web interface of the HIVE </a:t>
            </a:r>
          </a:p>
          <a:p>
            <a:pPr marL="342900" lvl="0" indent="-342900">
              <a:lnSpc>
                <a:spcPct val="150000"/>
              </a:lnSpc>
              <a:spcBef>
                <a:spcPts val="0"/>
              </a:spcBef>
              <a:buClrTx/>
              <a:buSzTx/>
              <a:buFontTx/>
              <a:buAutoNum type="arabicPeriod"/>
              <a:defRPr/>
            </a:pPr>
            <a:r>
              <a:rPr lang="en-US" sz="1800">
                <a:solidFill>
                  <a:schemeClr val="tx1"/>
                </a:solidFill>
                <a:latin typeface="+mj-lt"/>
              </a:rPr>
              <a:t>Payload Stand / adapter</a:t>
            </a:r>
          </a:p>
          <a:p>
            <a:pPr marL="342900" lvl="0" indent="-342900">
              <a:lnSpc>
                <a:spcPct val="150000"/>
              </a:lnSpc>
              <a:spcBef>
                <a:spcPts val="0"/>
              </a:spcBef>
              <a:buClrTx/>
              <a:buSzTx/>
              <a:buFontTx/>
              <a:buAutoNum type="arabicPeriod"/>
              <a:defRPr/>
            </a:pPr>
            <a:r>
              <a:rPr lang="en-US" sz="1800">
                <a:solidFill>
                  <a:schemeClr val="tx1"/>
                </a:solidFill>
                <a:latin typeface="+mj-lt"/>
              </a:rPr>
              <a:t>Control Joystick - </a:t>
            </a:r>
            <a:r>
              <a:rPr lang="en-US" sz="1800" b="1">
                <a:solidFill>
                  <a:schemeClr val="tx1"/>
                </a:solidFill>
                <a:latin typeface="+mj-lt"/>
                <a:hlinkClick r:id="rId6"/>
              </a:rPr>
              <a:t>Logitech </a:t>
            </a:r>
            <a:r>
              <a:rPr lang="da-DK" sz="1800" b="1">
                <a:solidFill>
                  <a:schemeClr val="tx1"/>
                </a:solidFill>
                <a:latin typeface="+mj-lt"/>
                <a:hlinkClick r:id="rId6"/>
              </a:rPr>
              <a:t>Gamepad F310</a:t>
            </a:r>
            <a:endParaRPr lang="en-US" sz="1800" b="1">
              <a:solidFill>
                <a:schemeClr val="tx1"/>
              </a:solidFill>
              <a:latin typeface="+mj-lt"/>
            </a:endParaRPr>
          </a:p>
          <a:p>
            <a:pPr marL="342900" lvl="0" indent="-342900">
              <a:lnSpc>
                <a:spcPct val="150000"/>
              </a:lnSpc>
              <a:spcBef>
                <a:spcPts val="0"/>
              </a:spcBef>
              <a:buClrTx/>
              <a:buSzTx/>
              <a:buFontTx/>
              <a:buAutoNum type="arabicPeriod"/>
              <a:defRPr/>
            </a:pPr>
            <a:r>
              <a:rPr lang="en-US" sz="1800" kern="1200">
                <a:solidFill>
                  <a:schemeClr val="tx1"/>
                </a:solidFill>
                <a:latin typeface="+mj-lt"/>
              </a:rPr>
              <a:t>System test harnesses</a:t>
            </a:r>
            <a:endParaRPr lang="he-IL" sz="1800">
              <a:solidFill>
                <a:schemeClr val="tx1"/>
              </a:solidFill>
              <a:latin typeface="+mj-lt"/>
            </a:endParaRPr>
          </a:p>
          <a:p>
            <a:pPr marL="800100" lvl="1">
              <a:lnSpc>
                <a:spcPct val="150000"/>
              </a:lnSpc>
              <a:buFont typeface="Courier New" panose="02070309020205020404" pitchFamily="49" charset="0"/>
              <a:buChar char="o"/>
              <a:defRPr/>
            </a:pPr>
            <a:r>
              <a:rPr lang="en-US">
                <a:solidFill>
                  <a:schemeClr val="tx1"/>
                </a:solidFill>
                <a:latin typeface="+mj-lt"/>
              </a:rPr>
              <a:t>ILS Main Cables: </a:t>
            </a:r>
          </a:p>
          <a:p>
            <a:pPr marL="1257300" lvl="2" indent="-342900">
              <a:lnSpc>
                <a:spcPct val="150000"/>
              </a:lnSpc>
              <a:buFont typeface="Arial" panose="020B0604020202020204" pitchFamily="34" charset="0"/>
              <a:buChar char="•"/>
              <a:defRPr/>
            </a:pPr>
            <a:r>
              <a:rPr lang="en-US" sz="1800">
                <a:solidFill>
                  <a:schemeClr val="tx1"/>
                </a:solidFill>
                <a:latin typeface="+mj-lt"/>
              </a:rPr>
              <a:t>Power cable to HIVE and Payload (Appendix A)</a:t>
            </a:r>
          </a:p>
          <a:p>
            <a:pPr marL="1257300" lvl="2" indent="-342900">
              <a:lnSpc>
                <a:spcPct val="150000"/>
              </a:lnSpc>
              <a:buFont typeface="Arial" panose="020B0604020202020204" pitchFamily="34" charset="0"/>
              <a:buChar char="•"/>
              <a:defRPr/>
            </a:pPr>
            <a:r>
              <a:rPr lang="en-US" sz="1800">
                <a:solidFill>
                  <a:schemeClr val="tx1"/>
                </a:solidFill>
                <a:latin typeface="+mj-lt"/>
              </a:rPr>
              <a:t>Type C to Type C harness connects between the payload and the Hive (Appendix B). </a:t>
            </a:r>
          </a:p>
          <a:p>
            <a:pPr marL="1257300" lvl="2" indent="-342900">
              <a:lnSpc>
                <a:spcPct val="150000"/>
              </a:lnSpc>
              <a:buFont typeface="Arial" panose="020B0604020202020204" pitchFamily="34" charset="0"/>
              <a:buChar char="•"/>
              <a:defRPr/>
            </a:pPr>
            <a:r>
              <a:rPr lang="en-US" sz="1800">
                <a:solidFill>
                  <a:schemeClr val="tx1"/>
                </a:solidFill>
                <a:latin typeface="+mj-lt"/>
              </a:rPr>
              <a:t>Ethernet Cable To HIVE (Appendix C).</a:t>
            </a:r>
          </a:p>
          <a:p>
            <a:pPr marL="342900" indent="-342900">
              <a:lnSpc>
                <a:spcPct val="160000"/>
              </a:lnSpc>
              <a:spcBef>
                <a:spcPts val="0"/>
              </a:spcBef>
              <a:buClrTx/>
              <a:buSzTx/>
              <a:buFontTx/>
              <a:buAutoNum type="arabicPeriod"/>
              <a:defRPr/>
            </a:pPr>
            <a:r>
              <a:rPr lang="en-US" sz="1800" kern="1200">
                <a:solidFill>
                  <a:schemeClr val="tx1"/>
                </a:solidFill>
                <a:latin typeface="+mj-lt"/>
              </a:rPr>
              <a:t>Appendix list – </a:t>
            </a:r>
          </a:p>
          <a:p>
            <a:pPr marL="1200150" lvl="2" indent="-285750">
              <a:lnSpc>
                <a:spcPct val="150000"/>
              </a:lnSpc>
              <a:buFont typeface="Arial" panose="020B0604020202020204" pitchFamily="34" charset="0"/>
              <a:buChar char="•"/>
              <a:defRPr/>
            </a:pPr>
            <a:r>
              <a:rPr lang="en-US" sz="1800">
                <a:solidFill>
                  <a:schemeClr val="tx1"/>
                </a:solidFill>
                <a:latin typeface="+mj-lt"/>
              </a:rPr>
              <a:t>Appendix A – Power to HIVE &amp; Payload Harness</a:t>
            </a:r>
          </a:p>
          <a:p>
            <a:pPr marL="1200150" lvl="2" indent="-285750">
              <a:lnSpc>
                <a:spcPct val="150000"/>
              </a:lnSpc>
              <a:buFont typeface="Arial" panose="020B0604020202020204" pitchFamily="34" charset="0"/>
              <a:buChar char="•"/>
              <a:defRPr/>
            </a:pPr>
            <a:r>
              <a:rPr lang="en-US" sz="1800">
                <a:solidFill>
                  <a:schemeClr val="tx1"/>
                </a:solidFill>
                <a:latin typeface="+mj-lt"/>
              </a:rPr>
              <a:t>Appendix B – Type C To Type C Cable</a:t>
            </a:r>
          </a:p>
          <a:p>
            <a:pPr marL="1200150" lvl="2" indent="-285750">
              <a:lnSpc>
                <a:spcPct val="150000"/>
              </a:lnSpc>
              <a:buFont typeface="Arial" panose="020B0604020202020204" pitchFamily="34" charset="0"/>
              <a:buChar char="•"/>
              <a:defRPr/>
            </a:pPr>
            <a:r>
              <a:rPr lang="en-US" sz="1800">
                <a:solidFill>
                  <a:schemeClr val="tx1"/>
                </a:solidFill>
                <a:latin typeface="+mj-lt"/>
              </a:rPr>
              <a:t>Appendix C – Ethernet Cable To HIVE</a:t>
            </a:r>
          </a:p>
          <a:p>
            <a:pPr marL="1200150" lvl="2" indent="-285750">
              <a:lnSpc>
                <a:spcPct val="150000"/>
              </a:lnSpc>
              <a:buFont typeface="Arial" panose="020B0604020202020204" pitchFamily="34" charset="0"/>
              <a:buChar char="•"/>
              <a:defRPr/>
            </a:pPr>
            <a:r>
              <a:rPr lang="en-US" sz="1800">
                <a:solidFill>
                  <a:schemeClr val="tx1"/>
                </a:solidFill>
                <a:latin typeface="+mj-lt"/>
              </a:rPr>
              <a:t>Appendix D – payload mechanical ICD</a:t>
            </a:r>
          </a:p>
          <a:p>
            <a:pPr marL="1200150" lvl="2" indent="-285750">
              <a:lnSpc>
                <a:spcPct val="150000"/>
              </a:lnSpc>
              <a:buFont typeface="Arial" panose="020B0604020202020204" pitchFamily="34" charset="0"/>
              <a:buChar char="•"/>
              <a:defRPr/>
            </a:pPr>
            <a:r>
              <a:rPr lang="en-US" sz="1800">
                <a:solidFill>
                  <a:schemeClr val="tx1"/>
                </a:solidFill>
                <a:latin typeface="+mj-lt"/>
              </a:rPr>
              <a:t>Appendix E – HIVE mechanical ICD</a:t>
            </a:r>
          </a:p>
        </p:txBody>
      </p:sp>
      <p:pic>
        <p:nvPicPr>
          <p:cNvPr id="3" name="Picture 2">
            <a:extLst>
              <a:ext uri="{FF2B5EF4-FFF2-40B4-BE49-F238E27FC236}">
                <a16:creationId xmlns:a16="http://schemas.microsoft.com/office/drawing/2014/main" id="{EBA602B6-3B2A-FC97-5D66-8A2D442F4A59}"/>
              </a:ext>
            </a:extLst>
          </p:cNvPr>
          <p:cNvPicPr>
            <a:picLocks noChangeAspect="1"/>
          </p:cNvPicPr>
          <p:nvPr/>
        </p:nvPicPr>
        <p:blipFill>
          <a:blip r:embed="rId7">
            <a:extLst>
              <a:ext uri="{28A0092B-C50C-407E-A947-70E740481C1C}">
                <a14:useLocalDpi xmlns:a14="http://schemas.microsoft.com/office/drawing/2010/main" val="0"/>
              </a:ext>
            </a:extLst>
          </a:blip>
          <a:srcRect l="27889" t="27900" r="28226" b="23702"/>
          <a:stretch>
            <a:fillRect/>
          </a:stretch>
        </p:blipFill>
        <p:spPr>
          <a:xfrm>
            <a:off x="13950274" y="7871530"/>
            <a:ext cx="1912505" cy="1538605"/>
          </a:xfrm>
          <a:prstGeom prst="rect">
            <a:avLst/>
          </a:prstGeom>
        </p:spPr>
      </p:pic>
      <p:cxnSp>
        <p:nvCxnSpPr>
          <p:cNvPr id="4" name="Straight Connector 3">
            <a:extLst>
              <a:ext uri="{FF2B5EF4-FFF2-40B4-BE49-F238E27FC236}">
                <a16:creationId xmlns:a16="http://schemas.microsoft.com/office/drawing/2014/main" id="{CD15198C-4F81-6E81-84F2-2629D675D9BB}"/>
              </a:ext>
            </a:extLst>
          </p:cNvPr>
          <p:cNvCxnSpPr>
            <a:cxnSpLocks/>
          </p:cNvCxnSpPr>
          <p:nvPr/>
        </p:nvCxnSpPr>
        <p:spPr>
          <a:xfrm flipV="1">
            <a:off x="15037279" y="6195932"/>
            <a:ext cx="0" cy="1711954"/>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EC4D5E9B-5CBB-EEC9-FCE0-31488FA09C6C}"/>
              </a:ext>
            </a:extLst>
          </p:cNvPr>
          <p:cNvCxnSpPr>
            <a:cxnSpLocks/>
          </p:cNvCxnSpPr>
          <p:nvPr/>
        </p:nvCxnSpPr>
        <p:spPr>
          <a:xfrm>
            <a:off x="12082077" y="6167357"/>
            <a:ext cx="5457825"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cxnSp>
        <p:nvCxnSpPr>
          <p:cNvPr id="6" name="Connector: Elbow 5">
            <a:extLst>
              <a:ext uri="{FF2B5EF4-FFF2-40B4-BE49-F238E27FC236}">
                <a16:creationId xmlns:a16="http://schemas.microsoft.com/office/drawing/2014/main" id="{77116BA0-C872-17DB-7261-82779BEA24F1}"/>
              </a:ext>
            </a:extLst>
          </p:cNvPr>
          <p:cNvCxnSpPr>
            <a:cxnSpLocks/>
          </p:cNvCxnSpPr>
          <p:nvPr/>
        </p:nvCxnSpPr>
        <p:spPr>
          <a:xfrm>
            <a:off x="15832141" y="8459308"/>
            <a:ext cx="2498336" cy="759218"/>
          </a:xfrm>
          <a:prstGeom prst="bentConnector3">
            <a:avLst>
              <a:gd name="adj1" fmla="val 50000"/>
            </a:avLst>
          </a:prstGeom>
          <a:ln w="28575">
            <a:solidFill>
              <a:srgbClr val="1D4999"/>
            </a:solidFill>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5CD5B801-7A38-8160-442A-03D546478498}"/>
              </a:ext>
            </a:extLst>
          </p:cNvPr>
          <p:cNvSpPr/>
          <p:nvPr/>
        </p:nvSpPr>
        <p:spPr>
          <a:xfrm>
            <a:off x="13224911" y="5654675"/>
            <a:ext cx="3381375" cy="5536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24-32V Power connection</a:t>
            </a:r>
            <a:endParaRPr lang="he-IL">
              <a:solidFill>
                <a:sysClr val="windowText" lastClr="000000"/>
              </a:solidFill>
            </a:endParaRPr>
          </a:p>
        </p:txBody>
      </p:sp>
      <p:sp>
        <p:nvSpPr>
          <p:cNvPr id="8" name="Rectangle 7">
            <a:extLst>
              <a:ext uri="{FF2B5EF4-FFF2-40B4-BE49-F238E27FC236}">
                <a16:creationId xmlns:a16="http://schemas.microsoft.com/office/drawing/2014/main" id="{D505D021-D39C-0A68-E10D-BBF5D92FCED3}"/>
              </a:ext>
            </a:extLst>
          </p:cNvPr>
          <p:cNvSpPr/>
          <p:nvPr/>
        </p:nvSpPr>
        <p:spPr>
          <a:xfrm>
            <a:off x="15747808" y="8591788"/>
            <a:ext cx="1333501" cy="12534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Ethernet connection</a:t>
            </a:r>
            <a:br>
              <a:rPr lang="en-US">
                <a:solidFill>
                  <a:sysClr val="windowText" lastClr="000000"/>
                </a:solidFill>
              </a:rPr>
            </a:br>
            <a:r>
              <a:rPr lang="en-US">
                <a:solidFill>
                  <a:sysClr val="windowText" lastClr="000000"/>
                </a:solidFill>
              </a:rPr>
              <a:t> to Platform / Computer</a:t>
            </a:r>
            <a:endParaRPr lang="he-IL">
              <a:solidFill>
                <a:sysClr val="windowText" lastClr="000000"/>
              </a:solidFill>
            </a:endParaRPr>
          </a:p>
        </p:txBody>
      </p:sp>
      <p:sp>
        <p:nvSpPr>
          <p:cNvPr id="9" name="Rectangle 8">
            <a:extLst>
              <a:ext uri="{FF2B5EF4-FFF2-40B4-BE49-F238E27FC236}">
                <a16:creationId xmlns:a16="http://schemas.microsoft.com/office/drawing/2014/main" id="{02AB34A6-E2E6-96D9-7DF8-D795F5F67B37}"/>
              </a:ext>
            </a:extLst>
          </p:cNvPr>
          <p:cNvSpPr/>
          <p:nvPr/>
        </p:nvSpPr>
        <p:spPr>
          <a:xfrm>
            <a:off x="12855568" y="9630362"/>
            <a:ext cx="1858345" cy="488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Type C to Type C cable</a:t>
            </a:r>
            <a:endParaRPr lang="he-IL">
              <a:solidFill>
                <a:sysClr val="windowText" lastClr="000000"/>
              </a:solidFill>
            </a:endParaRPr>
          </a:p>
        </p:txBody>
      </p:sp>
      <p:pic>
        <p:nvPicPr>
          <p:cNvPr id="10" name="Picture 9">
            <a:extLst>
              <a:ext uri="{FF2B5EF4-FFF2-40B4-BE49-F238E27FC236}">
                <a16:creationId xmlns:a16="http://schemas.microsoft.com/office/drawing/2014/main" id="{B158CF1E-11E3-69B6-ED11-71C817E60A28}"/>
              </a:ext>
            </a:extLst>
          </p:cNvPr>
          <p:cNvPicPr>
            <a:picLocks noChangeAspect="1"/>
          </p:cNvPicPr>
          <p:nvPr/>
        </p:nvPicPr>
        <p:blipFill>
          <a:blip r:embed="rId8"/>
          <a:srcRect l="3565" t="7455" r="5506" b="11018"/>
          <a:stretch>
            <a:fillRect/>
          </a:stretch>
        </p:blipFill>
        <p:spPr>
          <a:xfrm>
            <a:off x="17819458" y="9047881"/>
            <a:ext cx="1609725" cy="1443298"/>
          </a:xfrm>
          <a:prstGeom prst="rect">
            <a:avLst/>
          </a:prstGeom>
        </p:spPr>
      </p:pic>
      <p:pic>
        <p:nvPicPr>
          <p:cNvPr id="12" name="Picture 11">
            <a:extLst>
              <a:ext uri="{FF2B5EF4-FFF2-40B4-BE49-F238E27FC236}">
                <a16:creationId xmlns:a16="http://schemas.microsoft.com/office/drawing/2014/main" id="{96FF4DA8-727D-4351-BB7F-C927E1733F6B}"/>
              </a:ext>
            </a:extLst>
          </p:cNvPr>
          <p:cNvPicPr>
            <a:picLocks noChangeAspect="1"/>
          </p:cNvPicPr>
          <p:nvPr/>
        </p:nvPicPr>
        <p:blipFill>
          <a:blip r:embed="rId9"/>
          <a:srcRect l="27082" t="11109" r="27092" b="12083"/>
          <a:stretch>
            <a:fillRect/>
          </a:stretch>
        </p:blipFill>
        <p:spPr>
          <a:xfrm>
            <a:off x="17453631" y="5654675"/>
            <a:ext cx="676273" cy="1133471"/>
          </a:xfrm>
          <a:prstGeom prst="rect">
            <a:avLst/>
          </a:prstGeom>
        </p:spPr>
      </p:pic>
      <p:pic>
        <p:nvPicPr>
          <p:cNvPr id="13" name="Picture 12" descr="A black and white drawing of a camera&#10;&#10;AI-generated content may be incorrect.">
            <a:extLst>
              <a:ext uri="{FF2B5EF4-FFF2-40B4-BE49-F238E27FC236}">
                <a16:creationId xmlns:a16="http://schemas.microsoft.com/office/drawing/2014/main" id="{C3BC5A44-EF95-7E36-7801-58FD4B0BDAB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88956" y="7957312"/>
            <a:ext cx="1624445" cy="2356589"/>
          </a:xfrm>
          <a:prstGeom prst="rect">
            <a:avLst/>
          </a:prstGeom>
        </p:spPr>
      </p:pic>
      <p:cxnSp>
        <p:nvCxnSpPr>
          <p:cNvPr id="14" name="Connector: Elbow 13">
            <a:extLst>
              <a:ext uri="{FF2B5EF4-FFF2-40B4-BE49-F238E27FC236}">
                <a16:creationId xmlns:a16="http://schemas.microsoft.com/office/drawing/2014/main" id="{B07FDE3A-CA0F-B059-59D2-6230FBE2DAFF}"/>
              </a:ext>
            </a:extLst>
          </p:cNvPr>
          <p:cNvCxnSpPr>
            <a:cxnSpLocks/>
            <a:endCxn id="3" idx="2"/>
          </p:cNvCxnSpPr>
          <p:nvPr/>
        </p:nvCxnSpPr>
        <p:spPr>
          <a:xfrm>
            <a:off x="12509167" y="8177539"/>
            <a:ext cx="2397360" cy="1232596"/>
          </a:xfrm>
          <a:prstGeom prst="bentConnector4">
            <a:avLst>
              <a:gd name="adj1" fmla="val 30056"/>
              <a:gd name="adj2" fmla="val 118546"/>
            </a:avLst>
          </a:prstGeom>
          <a:ln w="28575">
            <a:solidFill>
              <a:srgbClr val="1D499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58D1B2D-7436-D181-5DD3-240E8C52D2FD}"/>
              </a:ext>
            </a:extLst>
          </p:cNvPr>
          <p:cNvCxnSpPr>
            <a:cxnSpLocks/>
          </p:cNvCxnSpPr>
          <p:nvPr/>
        </p:nvCxnSpPr>
        <p:spPr>
          <a:xfrm flipV="1">
            <a:off x="12082077" y="6167357"/>
            <a:ext cx="0" cy="1976323"/>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2" name="Picture 1">
            <a:extLst>
              <a:ext uri="{FF2B5EF4-FFF2-40B4-BE49-F238E27FC236}">
                <a16:creationId xmlns:a16="http://schemas.microsoft.com/office/drawing/2014/main" id="{7C614C99-59AE-7F27-F0DE-31C4D9838F96}"/>
              </a:ext>
            </a:extLst>
          </p:cNvPr>
          <p:cNvPicPr>
            <a:picLocks noChangeAspect="1"/>
          </p:cNvPicPr>
          <p:nvPr/>
        </p:nvPicPr>
        <p:blipFill>
          <a:blip r:embed="rId11"/>
          <a:srcRect t="32247" b="33678"/>
          <a:stretch>
            <a:fillRect/>
          </a:stretch>
        </p:blipFill>
        <p:spPr>
          <a:xfrm>
            <a:off x="17190385" y="7283485"/>
            <a:ext cx="2867872" cy="14651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C33656EA-CB5C-8664-01F2-9F296CB5EE43}"/>
            </a:ext>
          </a:extLst>
        </p:cNvPr>
        <p:cNvGrpSpPr/>
        <p:nvPr/>
      </p:nvGrpSpPr>
      <p:grpSpPr>
        <a:xfrm>
          <a:off x="0" y="0"/>
          <a:ext cx="0" cy="0"/>
          <a:chOff x="0" y="0"/>
          <a:chExt cx="0" cy="0"/>
        </a:xfrm>
      </p:grpSpPr>
      <p:sp>
        <p:nvSpPr>
          <p:cNvPr id="156" name="Google Shape;156;p23">
            <a:extLst>
              <a:ext uri="{FF2B5EF4-FFF2-40B4-BE49-F238E27FC236}">
                <a16:creationId xmlns:a16="http://schemas.microsoft.com/office/drawing/2014/main" id="{FBC33985-384B-1C52-C575-8AF79D31D7DE}"/>
              </a:ext>
            </a:extLst>
          </p:cNvPr>
          <p:cNvSpPr txBox="1">
            <a:spLocks noGrp="1"/>
          </p:cNvSpPr>
          <p:nvPr>
            <p:ph type="title"/>
          </p:nvPr>
        </p:nvSpPr>
        <p:spPr>
          <a:xfrm>
            <a:off x="752525" y="836869"/>
            <a:ext cx="13097769" cy="1463880"/>
          </a:xfrm>
          <a:prstGeom prst="rect">
            <a:avLst/>
          </a:prstGeom>
          <a:noFill/>
          <a:ln>
            <a:noFill/>
          </a:ln>
        </p:spPr>
        <p:txBody>
          <a:bodyPr spcFirstLastPara="1" wrap="square" lIns="91425" tIns="45700" rIns="91425" bIns="45700" anchor="t" anchorCtr="0">
            <a:noAutofit/>
          </a:bodyPr>
          <a:lstStyle/>
          <a:p>
            <a:pPr lvl="0"/>
            <a:r>
              <a:rPr lang="da-DK"/>
              <a:t>Full Operation Kit - connections</a:t>
            </a:r>
            <a:endParaRPr/>
          </a:p>
        </p:txBody>
      </p:sp>
      <p:pic>
        <p:nvPicPr>
          <p:cNvPr id="16" name="Picture 15">
            <a:extLst>
              <a:ext uri="{FF2B5EF4-FFF2-40B4-BE49-F238E27FC236}">
                <a16:creationId xmlns:a16="http://schemas.microsoft.com/office/drawing/2014/main" id="{8DF71138-AEAD-96E2-196C-F9C9540E6DC5}"/>
              </a:ext>
            </a:extLst>
          </p:cNvPr>
          <p:cNvPicPr>
            <a:picLocks noChangeAspect="1"/>
          </p:cNvPicPr>
          <p:nvPr/>
        </p:nvPicPr>
        <p:blipFill>
          <a:blip r:embed="rId3"/>
          <a:srcRect l="24069"/>
          <a:stretch>
            <a:fillRect/>
          </a:stretch>
        </p:blipFill>
        <p:spPr>
          <a:xfrm>
            <a:off x="5197067" y="7035457"/>
            <a:ext cx="4447170" cy="4273893"/>
          </a:xfrm>
          <a:prstGeom prst="rect">
            <a:avLst/>
          </a:prstGeom>
        </p:spPr>
      </p:pic>
      <p:pic>
        <p:nvPicPr>
          <p:cNvPr id="18" name="Picture 17">
            <a:extLst>
              <a:ext uri="{FF2B5EF4-FFF2-40B4-BE49-F238E27FC236}">
                <a16:creationId xmlns:a16="http://schemas.microsoft.com/office/drawing/2014/main" id="{1101A9D1-4543-D546-7145-E25FAD14BEC1}"/>
              </a:ext>
            </a:extLst>
          </p:cNvPr>
          <p:cNvPicPr>
            <a:picLocks noChangeAspect="1"/>
          </p:cNvPicPr>
          <p:nvPr/>
        </p:nvPicPr>
        <p:blipFill>
          <a:blip r:embed="rId4"/>
          <a:srcRect l="21191" r="3868"/>
          <a:stretch>
            <a:fillRect/>
          </a:stretch>
        </p:blipFill>
        <p:spPr>
          <a:xfrm>
            <a:off x="9415427" y="7719649"/>
            <a:ext cx="4187378" cy="3589701"/>
          </a:xfrm>
          <a:prstGeom prst="rect">
            <a:avLst/>
          </a:prstGeom>
        </p:spPr>
      </p:pic>
      <p:pic>
        <p:nvPicPr>
          <p:cNvPr id="20" name="Picture 19">
            <a:extLst>
              <a:ext uri="{FF2B5EF4-FFF2-40B4-BE49-F238E27FC236}">
                <a16:creationId xmlns:a16="http://schemas.microsoft.com/office/drawing/2014/main" id="{B12E0FF9-EA7F-FDD8-8D1B-1FF083394532}"/>
              </a:ext>
            </a:extLst>
          </p:cNvPr>
          <p:cNvPicPr>
            <a:picLocks noChangeAspect="1"/>
          </p:cNvPicPr>
          <p:nvPr/>
        </p:nvPicPr>
        <p:blipFill>
          <a:blip r:embed="rId5"/>
          <a:srcRect l="15294" t="26697" r="13529" b="25852"/>
          <a:stretch>
            <a:fillRect/>
          </a:stretch>
        </p:blipFill>
        <p:spPr>
          <a:xfrm>
            <a:off x="14089191" y="5654675"/>
            <a:ext cx="5444280" cy="4973864"/>
          </a:xfrm>
          <a:prstGeom prst="rect">
            <a:avLst/>
          </a:prstGeom>
        </p:spPr>
      </p:pic>
      <p:sp>
        <p:nvSpPr>
          <p:cNvPr id="21" name="Oval 20">
            <a:extLst>
              <a:ext uri="{FF2B5EF4-FFF2-40B4-BE49-F238E27FC236}">
                <a16:creationId xmlns:a16="http://schemas.microsoft.com/office/drawing/2014/main" id="{29B61F1D-E177-CA17-CA3F-FD2DEA623B10}"/>
              </a:ext>
            </a:extLst>
          </p:cNvPr>
          <p:cNvSpPr/>
          <p:nvPr/>
        </p:nvSpPr>
        <p:spPr>
          <a:xfrm>
            <a:off x="5609979" y="8412163"/>
            <a:ext cx="927100" cy="927100"/>
          </a:xfrm>
          <a:prstGeom prst="ellipse">
            <a:avLst/>
          </a:prstGeom>
          <a:noFill/>
          <a:ln w="57150">
            <a:solidFill>
              <a:srgbClr val="A0FF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2" name="TextBox 21">
            <a:extLst>
              <a:ext uri="{FF2B5EF4-FFF2-40B4-BE49-F238E27FC236}">
                <a16:creationId xmlns:a16="http://schemas.microsoft.com/office/drawing/2014/main" id="{03DF20CF-0549-F54E-A9E7-BEA5EEB3DAD2}"/>
              </a:ext>
            </a:extLst>
          </p:cNvPr>
          <p:cNvSpPr txBox="1"/>
          <p:nvPr/>
        </p:nvSpPr>
        <p:spPr>
          <a:xfrm>
            <a:off x="5333754" y="8211336"/>
            <a:ext cx="276225" cy="584775"/>
          </a:xfrm>
          <a:prstGeom prst="rect">
            <a:avLst/>
          </a:prstGeom>
          <a:noFill/>
        </p:spPr>
        <p:txBody>
          <a:bodyPr wrap="square" rtlCol="0">
            <a:spAutoFit/>
          </a:bodyPr>
          <a:lstStyle/>
          <a:p>
            <a:r>
              <a:rPr lang="en-US" sz="3200" b="1">
                <a:ln w="22225">
                  <a:solidFill>
                    <a:schemeClr val="accent2"/>
                  </a:solidFill>
                  <a:prstDash val="solid"/>
                </a:ln>
                <a:solidFill>
                  <a:srgbClr val="A0FF75"/>
                </a:solidFill>
              </a:rPr>
              <a:t>1</a:t>
            </a:r>
          </a:p>
        </p:txBody>
      </p:sp>
      <p:sp>
        <p:nvSpPr>
          <p:cNvPr id="23" name="Oval 22">
            <a:extLst>
              <a:ext uri="{FF2B5EF4-FFF2-40B4-BE49-F238E27FC236}">
                <a16:creationId xmlns:a16="http://schemas.microsoft.com/office/drawing/2014/main" id="{70C40B85-F96E-005B-6A35-EBB2747ABC0E}"/>
              </a:ext>
            </a:extLst>
          </p:cNvPr>
          <p:cNvSpPr/>
          <p:nvPr/>
        </p:nvSpPr>
        <p:spPr>
          <a:xfrm>
            <a:off x="7206084" y="8412163"/>
            <a:ext cx="927100" cy="927100"/>
          </a:xfrm>
          <a:prstGeom prst="ellipse">
            <a:avLst/>
          </a:prstGeom>
          <a:noFill/>
          <a:ln w="57150">
            <a:solidFill>
              <a:srgbClr val="A0FF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4" name="TextBox 23">
            <a:extLst>
              <a:ext uri="{FF2B5EF4-FFF2-40B4-BE49-F238E27FC236}">
                <a16:creationId xmlns:a16="http://schemas.microsoft.com/office/drawing/2014/main" id="{570062DD-C6F7-857D-64B2-338BE89F6ADF}"/>
              </a:ext>
            </a:extLst>
          </p:cNvPr>
          <p:cNvSpPr txBox="1"/>
          <p:nvPr/>
        </p:nvSpPr>
        <p:spPr>
          <a:xfrm>
            <a:off x="6911040" y="8131734"/>
            <a:ext cx="276225" cy="584775"/>
          </a:xfrm>
          <a:prstGeom prst="rect">
            <a:avLst/>
          </a:prstGeom>
          <a:noFill/>
        </p:spPr>
        <p:txBody>
          <a:bodyPr wrap="square" rtlCol="0">
            <a:spAutoFit/>
          </a:bodyPr>
          <a:lstStyle/>
          <a:p>
            <a:r>
              <a:rPr lang="en-US" sz="3200" b="1">
                <a:ln w="22225">
                  <a:solidFill>
                    <a:schemeClr val="accent2"/>
                  </a:solidFill>
                  <a:prstDash val="solid"/>
                </a:ln>
                <a:solidFill>
                  <a:srgbClr val="A0FF75"/>
                </a:solidFill>
              </a:rPr>
              <a:t>2</a:t>
            </a:r>
          </a:p>
        </p:txBody>
      </p:sp>
      <p:sp>
        <p:nvSpPr>
          <p:cNvPr id="26" name="Oval 25">
            <a:extLst>
              <a:ext uri="{FF2B5EF4-FFF2-40B4-BE49-F238E27FC236}">
                <a16:creationId xmlns:a16="http://schemas.microsoft.com/office/drawing/2014/main" id="{DFBCCCF8-D6D5-50BF-5475-12D4BDA37172}"/>
              </a:ext>
            </a:extLst>
          </p:cNvPr>
          <p:cNvSpPr/>
          <p:nvPr/>
        </p:nvSpPr>
        <p:spPr>
          <a:xfrm>
            <a:off x="11509116" y="9086035"/>
            <a:ext cx="1211204" cy="1211204"/>
          </a:xfrm>
          <a:prstGeom prst="ellipse">
            <a:avLst/>
          </a:prstGeom>
          <a:noFill/>
          <a:ln w="57150">
            <a:solidFill>
              <a:srgbClr val="A0FF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7" name="TextBox 26">
            <a:extLst>
              <a:ext uri="{FF2B5EF4-FFF2-40B4-BE49-F238E27FC236}">
                <a16:creationId xmlns:a16="http://schemas.microsoft.com/office/drawing/2014/main" id="{34C13243-FB17-B17D-7F2F-52180A779C5F}"/>
              </a:ext>
            </a:extLst>
          </p:cNvPr>
          <p:cNvSpPr txBox="1"/>
          <p:nvPr/>
        </p:nvSpPr>
        <p:spPr>
          <a:xfrm>
            <a:off x="11271863" y="8857531"/>
            <a:ext cx="276225" cy="584775"/>
          </a:xfrm>
          <a:prstGeom prst="rect">
            <a:avLst/>
          </a:prstGeom>
          <a:noFill/>
        </p:spPr>
        <p:txBody>
          <a:bodyPr wrap="square" rtlCol="0">
            <a:spAutoFit/>
          </a:bodyPr>
          <a:lstStyle/>
          <a:p>
            <a:r>
              <a:rPr lang="he-IL" sz="3200" b="1">
                <a:ln w="22225">
                  <a:solidFill>
                    <a:schemeClr val="accent2"/>
                  </a:solidFill>
                  <a:prstDash val="solid"/>
                </a:ln>
                <a:solidFill>
                  <a:srgbClr val="A0FF75"/>
                </a:solidFill>
              </a:rPr>
              <a:t>3</a:t>
            </a:r>
            <a:endParaRPr lang="en-US" sz="3200" b="1">
              <a:ln w="22225">
                <a:solidFill>
                  <a:schemeClr val="accent2"/>
                </a:solidFill>
                <a:prstDash val="solid"/>
              </a:ln>
              <a:solidFill>
                <a:srgbClr val="A0FF75"/>
              </a:solidFill>
            </a:endParaRPr>
          </a:p>
        </p:txBody>
      </p:sp>
      <p:sp>
        <p:nvSpPr>
          <p:cNvPr id="28" name="Oval 27">
            <a:extLst>
              <a:ext uri="{FF2B5EF4-FFF2-40B4-BE49-F238E27FC236}">
                <a16:creationId xmlns:a16="http://schemas.microsoft.com/office/drawing/2014/main" id="{114E62B8-DEA0-4409-5C9E-B8F42588121B}"/>
              </a:ext>
            </a:extLst>
          </p:cNvPr>
          <p:cNvSpPr/>
          <p:nvPr/>
        </p:nvSpPr>
        <p:spPr>
          <a:xfrm>
            <a:off x="16266861" y="7364526"/>
            <a:ext cx="1211204" cy="757012"/>
          </a:xfrm>
          <a:prstGeom prst="ellipse">
            <a:avLst/>
          </a:prstGeom>
          <a:noFill/>
          <a:ln w="57150">
            <a:solidFill>
              <a:srgbClr val="A0FF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9" name="TextBox 28">
            <a:extLst>
              <a:ext uri="{FF2B5EF4-FFF2-40B4-BE49-F238E27FC236}">
                <a16:creationId xmlns:a16="http://schemas.microsoft.com/office/drawing/2014/main" id="{AA69B435-FCB2-8FCA-9566-FAD5567FD9D5}"/>
              </a:ext>
            </a:extLst>
          </p:cNvPr>
          <p:cNvSpPr txBox="1"/>
          <p:nvPr/>
        </p:nvSpPr>
        <p:spPr>
          <a:xfrm>
            <a:off x="16029608" y="6903483"/>
            <a:ext cx="276225" cy="584775"/>
          </a:xfrm>
          <a:prstGeom prst="rect">
            <a:avLst/>
          </a:prstGeom>
          <a:noFill/>
        </p:spPr>
        <p:txBody>
          <a:bodyPr wrap="square" rtlCol="0">
            <a:spAutoFit/>
          </a:bodyPr>
          <a:lstStyle/>
          <a:p>
            <a:r>
              <a:rPr lang="he-IL" sz="3200" b="1">
                <a:ln w="22225">
                  <a:solidFill>
                    <a:schemeClr val="accent2"/>
                  </a:solidFill>
                  <a:prstDash val="solid"/>
                </a:ln>
                <a:solidFill>
                  <a:srgbClr val="A0FF75"/>
                </a:solidFill>
              </a:rPr>
              <a:t>4</a:t>
            </a:r>
            <a:endParaRPr lang="en-US" sz="3200" b="1">
              <a:ln w="22225">
                <a:solidFill>
                  <a:schemeClr val="accent2"/>
                </a:solidFill>
                <a:prstDash val="solid"/>
              </a:ln>
              <a:solidFill>
                <a:srgbClr val="A0FF75"/>
              </a:solidFill>
            </a:endParaRPr>
          </a:p>
        </p:txBody>
      </p:sp>
      <p:sp>
        <p:nvSpPr>
          <p:cNvPr id="30" name="Oval 29">
            <a:extLst>
              <a:ext uri="{FF2B5EF4-FFF2-40B4-BE49-F238E27FC236}">
                <a16:creationId xmlns:a16="http://schemas.microsoft.com/office/drawing/2014/main" id="{ECD7F959-3503-36DD-98A0-3C29D0D44BAF}"/>
              </a:ext>
            </a:extLst>
          </p:cNvPr>
          <p:cNvSpPr/>
          <p:nvPr/>
        </p:nvSpPr>
        <p:spPr>
          <a:xfrm>
            <a:off x="16594137" y="8121537"/>
            <a:ext cx="619125" cy="581252"/>
          </a:xfrm>
          <a:prstGeom prst="ellipse">
            <a:avLst/>
          </a:prstGeom>
          <a:noFill/>
          <a:ln w="57150">
            <a:solidFill>
              <a:srgbClr val="A0FF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1" name="TextBox 30">
            <a:extLst>
              <a:ext uri="{FF2B5EF4-FFF2-40B4-BE49-F238E27FC236}">
                <a16:creationId xmlns:a16="http://schemas.microsoft.com/office/drawing/2014/main" id="{E458482A-0018-BE43-06ED-DBB495EF0A50}"/>
              </a:ext>
            </a:extLst>
          </p:cNvPr>
          <p:cNvSpPr txBox="1"/>
          <p:nvPr/>
        </p:nvSpPr>
        <p:spPr>
          <a:xfrm>
            <a:off x="16075727" y="7965294"/>
            <a:ext cx="141197" cy="584775"/>
          </a:xfrm>
          <a:prstGeom prst="rect">
            <a:avLst/>
          </a:prstGeom>
          <a:noFill/>
        </p:spPr>
        <p:txBody>
          <a:bodyPr wrap="square" rtlCol="0">
            <a:spAutoFit/>
          </a:bodyPr>
          <a:lstStyle/>
          <a:p>
            <a:r>
              <a:rPr lang="he-IL" sz="3200" b="1">
                <a:ln w="22225">
                  <a:solidFill>
                    <a:schemeClr val="accent2"/>
                  </a:solidFill>
                  <a:prstDash val="solid"/>
                </a:ln>
                <a:solidFill>
                  <a:srgbClr val="A0FF75"/>
                </a:solidFill>
              </a:rPr>
              <a:t>5</a:t>
            </a:r>
            <a:endParaRPr lang="en-US" sz="3200" b="1">
              <a:ln w="22225">
                <a:solidFill>
                  <a:schemeClr val="accent2"/>
                </a:solidFill>
                <a:prstDash val="solid"/>
              </a:ln>
              <a:solidFill>
                <a:srgbClr val="A0FF75"/>
              </a:solidFill>
            </a:endParaRPr>
          </a:p>
        </p:txBody>
      </p:sp>
      <p:sp>
        <p:nvSpPr>
          <p:cNvPr id="157" name="Google Shape;157;p23">
            <a:extLst>
              <a:ext uri="{FF2B5EF4-FFF2-40B4-BE49-F238E27FC236}">
                <a16:creationId xmlns:a16="http://schemas.microsoft.com/office/drawing/2014/main" id="{CCB79AA3-6053-E77D-DE60-53D9DB007F26}"/>
              </a:ext>
            </a:extLst>
          </p:cNvPr>
          <p:cNvSpPr txBox="1">
            <a:spLocks noGrp="1"/>
          </p:cNvSpPr>
          <p:nvPr>
            <p:ph type="body" idx="1"/>
          </p:nvPr>
        </p:nvSpPr>
        <p:spPr>
          <a:xfrm>
            <a:off x="752525" y="2013785"/>
            <a:ext cx="9874105" cy="7325478"/>
          </a:xfrm>
          <a:prstGeom prst="rect">
            <a:avLst/>
          </a:prstGeom>
          <a:noFill/>
          <a:ln>
            <a:noFill/>
          </a:ln>
        </p:spPr>
        <p:txBody>
          <a:bodyPr spcFirstLastPara="1" wrap="square" lIns="91425" tIns="45700" rIns="91425" bIns="45700" anchor="t" anchorCtr="0">
            <a:normAutofit/>
          </a:bodyPr>
          <a:lstStyle/>
          <a:p>
            <a:pPr marL="0" lvl="0" indent="0">
              <a:lnSpc>
                <a:spcPct val="150000"/>
              </a:lnSpc>
              <a:spcBef>
                <a:spcPts val="0"/>
              </a:spcBef>
              <a:buClrTx/>
              <a:buSzTx/>
              <a:buNone/>
              <a:defRPr/>
            </a:pPr>
            <a:r>
              <a:rPr lang="en-US" b="1" u="sng">
                <a:solidFill>
                  <a:schemeClr val="tx1"/>
                </a:solidFill>
                <a:latin typeface="+mj-lt"/>
              </a:rPr>
              <a:t>Harness connection Procedure – </a:t>
            </a:r>
          </a:p>
          <a:p>
            <a:pPr marL="0" lvl="0" indent="0">
              <a:lnSpc>
                <a:spcPct val="150000"/>
              </a:lnSpc>
              <a:spcBef>
                <a:spcPts val="0"/>
              </a:spcBef>
              <a:buClrTx/>
              <a:buSzTx/>
              <a:buNone/>
              <a:defRPr/>
            </a:pPr>
            <a:r>
              <a:rPr lang="en-US" sz="1800" b="1"/>
              <a:t>NOTE : </a:t>
            </a:r>
            <a:r>
              <a:rPr lang="en-US" sz="1800"/>
              <a:t>Verify the main power source is </a:t>
            </a:r>
            <a:r>
              <a:rPr lang="en-US" sz="1800" b="1"/>
              <a:t>unplugged</a:t>
            </a:r>
            <a:r>
              <a:rPr lang="en-US" sz="1800"/>
              <a:t> before starting. Do not make any cable connections while the system is under power.</a:t>
            </a:r>
          </a:p>
          <a:p>
            <a:pPr marL="0" lvl="0" indent="0">
              <a:lnSpc>
                <a:spcPct val="150000"/>
              </a:lnSpc>
              <a:spcBef>
                <a:spcPts val="0"/>
              </a:spcBef>
              <a:buClrTx/>
              <a:buSzTx/>
              <a:buNone/>
              <a:defRPr/>
            </a:pPr>
            <a:endParaRPr lang="en-US" sz="1800" b="1">
              <a:solidFill>
                <a:schemeClr val="tx1"/>
              </a:solidFill>
              <a:latin typeface="+mj-lt"/>
            </a:endParaRPr>
          </a:p>
          <a:p>
            <a:pPr marL="342900" lvl="0" indent="-342900">
              <a:lnSpc>
                <a:spcPct val="150000"/>
              </a:lnSpc>
              <a:spcBef>
                <a:spcPts val="0"/>
              </a:spcBef>
              <a:buClrTx/>
              <a:buSzTx/>
              <a:buAutoNum type="arabicPeriod"/>
              <a:defRPr/>
            </a:pPr>
            <a:r>
              <a:rPr lang="en-US" sz="1800">
                <a:solidFill>
                  <a:schemeClr val="tx1"/>
                </a:solidFill>
                <a:latin typeface="+mj-lt"/>
              </a:rPr>
              <a:t>HIVE Connections - </a:t>
            </a:r>
          </a:p>
          <a:p>
            <a:pPr marL="800100" lvl="1">
              <a:lnSpc>
                <a:spcPct val="150000"/>
              </a:lnSpc>
              <a:spcBef>
                <a:spcPts val="0"/>
              </a:spcBef>
              <a:buClrTx/>
              <a:buSzTx/>
              <a:defRPr/>
            </a:pPr>
            <a:r>
              <a:rPr lang="en-US">
                <a:solidFill>
                  <a:schemeClr val="tx1"/>
                </a:solidFill>
                <a:latin typeface="+mj-lt"/>
              </a:rPr>
              <a:t>Ethernet cable – Connect To Hive</a:t>
            </a:r>
          </a:p>
          <a:p>
            <a:pPr marL="800100" lvl="1">
              <a:lnSpc>
                <a:spcPct val="150000"/>
              </a:lnSpc>
              <a:spcBef>
                <a:spcPts val="0"/>
              </a:spcBef>
              <a:buClrTx/>
              <a:buSzTx/>
              <a:defRPr/>
            </a:pPr>
            <a:r>
              <a:rPr lang="en-US">
                <a:solidFill>
                  <a:schemeClr val="tx1"/>
                </a:solidFill>
                <a:latin typeface="+mj-lt"/>
              </a:rPr>
              <a:t>Power Cable – Connect to HIVE </a:t>
            </a:r>
          </a:p>
          <a:p>
            <a:pPr marL="800100" lvl="1">
              <a:lnSpc>
                <a:spcPct val="150000"/>
              </a:lnSpc>
              <a:spcBef>
                <a:spcPts val="0"/>
              </a:spcBef>
              <a:buClrTx/>
              <a:buSzTx/>
              <a:defRPr/>
            </a:pPr>
            <a:r>
              <a:rPr lang="en-US">
                <a:solidFill>
                  <a:schemeClr val="tx1"/>
                </a:solidFill>
                <a:latin typeface="+mj-lt"/>
              </a:rPr>
              <a:t>Type C Cable – Connect to HIVE (</a:t>
            </a:r>
            <a:r>
              <a:rPr lang="en-US"/>
              <a:t>ensure the orientation matches the </a:t>
            </a:r>
            <a:r>
              <a:rPr lang="en-US" b="1"/>
              <a:t>"UP"</a:t>
            </a:r>
            <a:r>
              <a:rPr lang="en-US"/>
              <a:t> sticker</a:t>
            </a:r>
            <a:r>
              <a:rPr lang="en-US">
                <a:solidFill>
                  <a:schemeClr val="tx1"/>
                </a:solidFill>
                <a:latin typeface="+mj-lt"/>
              </a:rPr>
              <a:t>)</a:t>
            </a:r>
          </a:p>
          <a:p>
            <a:pPr marL="342900" lvl="0" indent="-342900">
              <a:lnSpc>
                <a:spcPct val="150000"/>
              </a:lnSpc>
              <a:spcBef>
                <a:spcPts val="0"/>
              </a:spcBef>
              <a:buClrTx/>
              <a:buSzTx/>
              <a:buAutoNum type="arabicPeriod"/>
              <a:defRPr/>
            </a:pPr>
            <a:r>
              <a:rPr lang="en-US" sz="1800">
                <a:solidFill>
                  <a:schemeClr val="tx1"/>
                </a:solidFill>
                <a:latin typeface="+mj-lt"/>
              </a:rPr>
              <a:t>Payload Connections - </a:t>
            </a:r>
          </a:p>
          <a:p>
            <a:pPr marL="800100" lvl="1">
              <a:lnSpc>
                <a:spcPct val="150000"/>
              </a:lnSpc>
              <a:spcBef>
                <a:spcPts val="0"/>
              </a:spcBef>
              <a:buClrTx/>
              <a:buSzTx/>
              <a:defRPr/>
            </a:pPr>
            <a:r>
              <a:rPr lang="en-US">
                <a:solidFill>
                  <a:schemeClr val="tx1"/>
                </a:solidFill>
                <a:latin typeface="+mj-lt"/>
              </a:rPr>
              <a:t>Type C Cable – Connect</a:t>
            </a:r>
          </a:p>
          <a:p>
            <a:pPr marL="800100" lvl="1">
              <a:lnSpc>
                <a:spcPct val="150000"/>
              </a:lnSpc>
              <a:spcBef>
                <a:spcPts val="0"/>
              </a:spcBef>
              <a:buClrTx/>
              <a:buSzTx/>
              <a:defRPr/>
            </a:pPr>
            <a:r>
              <a:rPr lang="en-US">
                <a:solidFill>
                  <a:schemeClr val="tx1"/>
                </a:solidFill>
                <a:latin typeface="+mj-lt"/>
              </a:rPr>
              <a:t>Power Cable – Connect</a:t>
            </a:r>
          </a:p>
          <a:p>
            <a:pPr marL="342900" indent="-342900">
              <a:lnSpc>
                <a:spcPct val="150000"/>
              </a:lnSpc>
              <a:spcBef>
                <a:spcPts val="0"/>
              </a:spcBef>
              <a:buClrTx/>
              <a:buSzTx/>
              <a:buFont typeface="Albert Sans"/>
              <a:buAutoNum type="arabicPeriod"/>
              <a:defRPr/>
            </a:pPr>
            <a:r>
              <a:rPr lang="en-US" sz="1800">
                <a:solidFill>
                  <a:schemeClr val="tx1"/>
                </a:solidFill>
                <a:latin typeface="+mj-lt"/>
              </a:rPr>
              <a:t>Ethernet Cable – Connect to PC </a:t>
            </a:r>
          </a:p>
          <a:p>
            <a:pPr marL="342900" indent="-342900">
              <a:lnSpc>
                <a:spcPct val="150000"/>
              </a:lnSpc>
              <a:spcBef>
                <a:spcPts val="0"/>
              </a:spcBef>
              <a:buClrTx/>
              <a:buSzTx/>
              <a:buFont typeface="Albert Sans"/>
              <a:buAutoNum type="arabicPeriod"/>
              <a:defRPr/>
            </a:pPr>
            <a:r>
              <a:rPr lang="en-US" sz="1800">
                <a:solidFill>
                  <a:schemeClr val="tx1"/>
                </a:solidFill>
                <a:latin typeface="+mj-lt"/>
              </a:rPr>
              <a:t>Main Power cable – connect to power source</a:t>
            </a:r>
          </a:p>
          <a:p>
            <a:pPr marL="0" indent="0">
              <a:lnSpc>
                <a:spcPct val="150000"/>
              </a:lnSpc>
              <a:spcBef>
                <a:spcPts val="0"/>
              </a:spcBef>
              <a:buClrTx/>
              <a:buSzTx/>
              <a:buNone/>
              <a:defRPr/>
            </a:pPr>
            <a:endParaRPr lang="en-US">
              <a:solidFill>
                <a:schemeClr val="bg2"/>
              </a:solidFill>
              <a:latin typeface="+mj-lt"/>
            </a:endParaRPr>
          </a:p>
          <a:p>
            <a:pPr marL="342900" lvl="0" indent="-342900">
              <a:lnSpc>
                <a:spcPct val="150000"/>
              </a:lnSpc>
              <a:spcBef>
                <a:spcPts val="0"/>
              </a:spcBef>
              <a:buClrTx/>
              <a:buSzTx/>
              <a:buAutoNum type="arabicPeriod"/>
              <a:defRPr/>
            </a:pPr>
            <a:endParaRPr lang="en-US" sz="1800">
              <a:solidFill>
                <a:schemeClr val="tx1"/>
              </a:solidFill>
              <a:latin typeface="+mj-lt"/>
            </a:endParaRPr>
          </a:p>
        </p:txBody>
      </p:sp>
    </p:spTree>
    <p:extLst>
      <p:ext uri="{BB962C8B-B14F-4D97-AF65-F5344CB8AC3E}">
        <p14:creationId xmlns:p14="http://schemas.microsoft.com/office/powerpoint/2010/main" val="26181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7">
                                            <p:txEl>
                                              <p:pRg st="3" end="3"/>
                                            </p:txEl>
                                          </p:spTgt>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7">
                                            <p:txEl>
                                              <p:pRg st="4" end="4"/>
                                            </p:txEl>
                                          </p:spTgt>
                                        </p:tgtEl>
                                        <p:attrNameLst>
                                          <p:attrName>style.visibility</p:attrName>
                                        </p:attrNameLst>
                                      </p:cBhvr>
                                      <p:to>
                                        <p:strVal val="visible"/>
                                      </p:to>
                                    </p:se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7">
                                            <p:txEl>
                                              <p:pRg st="5" end="5"/>
                                            </p:txEl>
                                          </p:spTgt>
                                        </p:tgtEl>
                                        <p:attrNameLst>
                                          <p:attrName>style.visibility</p:attrName>
                                        </p:attrNameLst>
                                      </p:cBhvr>
                                      <p:to>
                                        <p:strVal val="visible"/>
                                      </p:to>
                                    </p:se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7">
                                            <p:txEl>
                                              <p:pRg st="6" end="6"/>
                                            </p:txEl>
                                          </p:spTgt>
                                        </p:tgtEl>
                                        <p:attrNameLst>
                                          <p:attrName>style.visibility</p:attrName>
                                        </p:attrNameLst>
                                      </p:cBhvr>
                                      <p:to>
                                        <p:strVal val="visible"/>
                                      </p:to>
                                    </p:se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7">
                                            <p:txEl>
                                              <p:pRg st="7" end="7"/>
                                            </p:txEl>
                                          </p:spTgt>
                                        </p:tgtEl>
                                        <p:attrNameLst>
                                          <p:attrName>style.visibility</p:attrName>
                                        </p:attrNameLst>
                                      </p:cBhvr>
                                      <p:to>
                                        <p:strVal val="visible"/>
                                      </p:to>
                                    </p:se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57">
                                            <p:txEl>
                                              <p:pRg st="8" end="8"/>
                                            </p:txEl>
                                          </p:spTgt>
                                        </p:tgtEl>
                                        <p:attrNameLst>
                                          <p:attrName>style.visibility</p:attrName>
                                        </p:attrNameLst>
                                      </p:cBhvr>
                                      <p:to>
                                        <p:strVal val="visible"/>
                                      </p:to>
                                    </p:se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57">
                                            <p:txEl>
                                              <p:pRg st="9" end="9"/>
                                            </p:txEl>
                                          </p:spTgt>
                                        </p:tgtEl>
                                        <p:attrNameLst>
                                          <p:attrName>style.visibility</p:attrName>
                                        </p:attrNameLst>
                                      </p:cBhvr>
                                      <p:to>
                                        <p:strVal val="visible"/>
                                      </p:to>
                                    </p:set>
                                  </p:childTnLst>
                                </p:cTn>
                              </p:par>
                              <p:par>
                                <p:cTn id="72" presetID="10" presetClass="entr" presetSubtype="0"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50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57">
                                            <p:txEl>
                                              <p:pRg st="10" end="10"/>
                                            </p:txEl>
                                          </p:spTgt>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15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3" grpId="0" animBg="1"/>
      <p:bldP spid="24" grpId="0"/>
      <p:bldP spid="26" grpId="0" animBg="1"/>
      <p:bldP spid="27" grpId="0"/>
      <p:bldP spid="28" grpId="0" animBg="1"/>
      <p:bldP spid="29" grpId="0"/>
      <p:bldP spid="30" grpId="0" animBg="1"/>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6" name="Rectangle 5">
            <a:extLst>
              <a:ext uri="{FF2B5EF4-FFF2-40B4-BE49-F238E27FC236}">
                <a16:creationId xmlns:a16="http://schemas.microsoft.com/office/drawing/2014/main" id="{57F0D325-6516-A22B-F510-9EDCD4D6A1AB}"/>
              </a:ext>
            </a:extLst>
          </p:cNvPr>
          <p:cNvSpPr/>
          <p:nvPr/>
        </p:nvSpPr>
        <p:spPr>
          <a:xfrm>
            <a:off x="210967" y="2395241"/>
            <a:ext cx="19603323" cy="8949886"/>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defRPr/>
            </a:pPr>
            <a:r>
              <a:rPr lang="en-US" sz="1800" b="1">
                <a:solidFill>
                  <a:schemeClr val="tx1"/>
                </a:solidFill>
                <a:latin typeface="+mj-lt"/>
              </a:rPr>
              <a:t>To ensure the computer recognizes the payload, we first need to make sure it knows the payload's IP address. Follow the steps below to do this:</a:t>
            </a:r>
            <a:br>
              <a:rPr lang="en-US" sz="1800" b="1">
                <a:solidFill>
                  <a:schemeClr val="tx1"/>
                </a:solidFill>
                <a:latin typeface="+mj-lt"/>
              </a:rPr>
            </a:br>
            <a:endParaRPr lang="en-US" sz="1800" b="1">
              <a:solidFill>
                <a:schemeClr val="tx1"/>
              </a:solidFill>
              <a:latin typeface="+mj-lt"/>
            </a:endParaRPr>
          </a:p>
          <a:p>
            <a:pPr marL="565442" indent="-565442">
              <a:lnSpc>
                <a:spcPct val="150000"/>
              </a:lnSpc>
              <a:buAutoNum type="arabicPeriod"/>
              <a:defRPr/>
            </a:pPr>
            <a:r>
              <a:rPr lang="en-US" sz="1800">
                <a:solidFill>
                  <a:schemeClr val="tx1"/>
                </a:solidFill>
                <a:latin typeface="+mj-lt"/>
              </a:rPr>
              <a:t>Go to “network Connections”</a:t>
            </a:r>
          </a:p>
          <a:p>
            <a:pPr marL="565442" indent="-565442">
              <a:lnSpc>
                <a:spcPct val="150000"/>
              </a:lnSpc>
              <a:buFontTx/>
              <a:buAutoNum type="arabicPeriod"/>
              <a:defRPr/>
            </a:pPr>
            <a:r>
              <a:rPr lang="en-US" sz="1800">
                <a:solidFill>
                  <a:schemeClr val="tx1"/>
                </a:solidFill>
                <a:latin typeface="+mj-lt"/>
              </a:rPr>
              <a:t>Right click on Relevant “Ethernet”</a:t>
            </a:r>
            <a:br>
              <a:rPr lang="en-US" sz="1800">
                <a:solidFill>
                  <a:schemeClr val="tx1"/>
                </a:solidFill>
                <a:latin typeface="+mj-lt"/>
              </a:rPr>
            </a:br>
            <a:r>
              <a:rPr lang="en-US" sz="1800">
                <a:solidFill>
                  <a:schemeClr val="tx1"/>
                </a:solidFill>
                <a:latin typeface="+mj-lt"/>
              </a:rPr>
              <a:t>Connection.</a:t>
            </a:r>
          </a:p>
          <a:p>
            <a:pPr marL="565442" indent="-565442">
              <a:lnSpc>
                <a:spcPct val="150000"/>
              </a:lnSpc>
              <a:buAutoNum type="arabicPeriod"/>
              <a:defRPr/>
            </a:pPr>
            <a:r>
              <a:rPr lang="en-US" sz="1800">
                <a:solidFill>
                  <a:schemeClr val="tx1"/>
                </a:solidFill>
                <a:latin typeface="+mj-lt"/>
              </a:rPr>
              <a:t>Choose “properties”</a:t>
            </a:r>
          </a:p>
          <a:p>
            <a:pPr marL="565442" indent="-565442">
              <a:lnSpc>
                <a:spcPct val="150000"/>
              </a:lnSpc>
              <a:buAutoNum type="arabicPeriod"/>
              <a:defRPr/>
            </a:pPr>
            <a:r>
              <a:rPr lang="en-US" sz="1800">
                <a:solidFill>
                  <a:schemeClr val="tx1"/>
                </a:solidFill>
                <a:latin typeface="+mj-lt"/>
              </a:rPr>
              <a:t>Double click on “Internal</a:t>
            </a:r>
            <a:br>
              <a:rPr lang="en-US" sz="1800">
                <a:solidFill>
                  <a:schemeClr val="tx1"/>
                </a:solidFill>
                <a:latin typeface="+mj-lt"/>
              </a:rPr>
            </a:br>
            <a:r>
              <a:rPr lang="en-US" sz="1800">
                <a:solidFill>
                  <a:schemeClr val="tx1"/>
                </a:solidFill>
                <a:latin typeface="+mj-lt"/>
              </a:rPr>
              <a:t>Protocol version 4 (TCP/IPv4)”</a:t>
            </a:r>
          </a:p>
          <a:p>
            <a:pPr marL="565442" indent="-565442">
              <a:lnSpc>
                <a:spcPct val="150000"/>
              </a:lnSpc>
              <a:buAutoNum type="arabicPeriod"/>
              <a:defRPr/>
            </a:pPr>
            <a:r>
              <a:rPr lang="en-US" sz="1800">
                <a:solidFill>
                  <a:schemeClr val="tx1"/>
                </a:solidFill>
                <a:latin typeface="+mj-lt"/>
              </a:rPr>
              <a:t>Insert new IP address:</a:t>
            </a:r>
          </a:p>
          <a:p>
            <a:pPr marL="1319365" lvl="1" indent="-565442">
              <a:lnSpc>
                <a:spcPct val="150000"/>
              </a:lnSpc>
              <a:buAutoNum type="arabicPeriod"/>
              <a:defRPr/>
            </a:pPr>
            <a:r>
              <a:rPr lang="en-US" sz="1800">
                <a:solidFill>
                  <a:schemeClr val="tx1"/>
                </a:solidFill>
                <a:latin typeface="+mj-lt"/>
              </a:rPr>
              <a:t>IP – </a:t>
            </a:r>
            <a:r>
              <a:rPr lang="en-US" sz="1800" b="1">
                <a:solidFill>
                  <a:schemeClr val="tx1"/>
                </a:solidFill>
                <a:latin typeface="+mj-lt"/>
              </a:rPr>
              <a:t>1.1.1.2</a:t>
            </a:r>
          </a:p>
          <a:p>
            <a:pPr marL="1319365" lvl="1" indent="-565442">
              <a:lnSpc>
                <a:spcPct val="150000"/>
              </a:lnSpc>
              <a:buAutoNum type="arabicPeriod"/>
              <a:defRPr/>
            </a:pPr>
            <a:r>
              <a:rPr lang="en-US" sz="1800">
                <a:solidFill>
                  <a:schemeClr val="tx1"/>
                </a:solidFill>
                <a:latin typeface="+mj-lt"/>
              </a:rPr>
              <a:t>Subnet – </a:t>
            </a:r>
            <a:r>
              <a:rPr lang="en-US" sz="1800" b="1">
                <a:solidFill>
                  <a:schemeClr val="tx1"/>
                </a:solidFill>
                <a:latin typeface="+mj-lt"/>
              </a:rPr>
              <a:t>255.0.0.0</a:t>
            </a:r>
          </a:p>
          <a:p>
            <a:pPr marL="565442" indent="-565442">
              <a:lnSpc>
                <a:spcPct val="150000"/>
              </a:lnSpc>
              <a:buAutoNum type="arabicPeriod"/>
              <a:defRPr/>
            </a:pPr>
            <a:r>
              <a:rPr lang="en-US" sz="1800">
                <a:solidFill>
                  <a:schemeClr val="tx1"/>
                </a:solidFill>
                <a:latin typeface="+mj-lt"/>
              </a:rPr>
              <a:t>Click on “Advanced” and add </a:t>
            </a:r>
            <a:br>
              <a:rPr lang="en-US" sz="1800">
                <a:solidFill>
                  <a:schemeClr val="tx1"/>
                </a:solidFill>
                <a:latin typeface="+mj-lt"/>
              </a:rPr>
            </a:br>
            <a:r>
              <a:rPr lang="en-US" sz="1800">
                <a:solidFill>
                  <a:schemeClr val="tx1"/>
                </a:solidFill>
                <a:latin typeface="+mj-lt"/>
              </a:rPr>
              <a:t>new IP Adress – </a:t>
            </a:r>
          </a:p>
          <a:p>
            <a:pPr marL="1319365" lvl="1" indent="-565442">
              <a:lnSpc>
                <a:spcPct val="150000"/>
              </a:lnSpc>
              <a:buAutoNum type="arabicPeriod"/>
              <a:defRPr/>
            </a:pPr>
            <a:r>
              <a:rPr lang="en-US" sz="1800">
                <a:solidFill>
                  <a:schemeClr val="tx1"/>
                </a:solidFill>
                <a:latin typeface="+mj-lt"/>
              </a:rPr>
              <a:t>IP – </a:t>
            </a:r>
            <a:r>
              <a:rPr lang="en-US" sz="1800" b="1">
                <a:solidFill>
                  <a:schemeClr val="tx1"/>
                </a:solidFill>
                <a:latin typeface="+mj-lt"/>
              </a:rPr>
              <a:t>1.1.1.4</a:t>
            </a:r>
          </a:p>
          <a:p>
            <a:pPr marL="1319365" lvl="1" indent="-565442">
              <a:lnSpc>
                <a:spcPct val="150000"/>
              </a:lnSpc>
              <a:buAutoNum type="arabicPeriod"/>
              <a:defRPr/>
            </a:pPr>
            <a:r>
              <a:rPr lang="en-US" sz="1800">
                <a:solidFill>
                  <a:schemeClr val="tx1"/>
                </a:solidFill>
                <a:latin typeface="+mj-lt"/>
              </a:rPr>
              <a:t>Subnet – </a:t>
            </a:r>
            <a:r>
              <a:rPr lang="en-US" sz="1800" b="1">
                <a:solidFill>
                  <a:schemeClr val="tx1"/>
                </a:solidFill>
                <a:latin typeface="+mj-lt"/>
              </a:rPr>
              <a:t>255.0.0.0</a:t>
            </a:r>
          </a:p>
          <a:p>
            <a:pPr marL="565442" indent="-565442">
              <a:lnSpc>
                <a:spcPct val="150000"/>
              </a:lnSpc>
              <a:buAutoNum type="arabicPeriod"/>
              <a:defRPr/>
            </a:pPr>
            <a:r>
              <a:rPr lang="en-US" sz="1800">
                <a:solidFill>
                  <a:schemeClr val="tx1"/>
                </a:solidFill>
                <a:latin typeface="+mj-lt"/>
              </a:rPr>
              <a:t>Press OK in all open windows</a:t>
            </a:r>
          </a:p>
        </p:txBody>
      </p:sp>
      <p:sp>
        <p:nvSpPr>
          <p:cNvPr id="7" name="Content Placeholder 2">
            <a:extLst>
              <a:ext uri="{FF2B5EF4-FFF2-40B4-BE49-F238E27FC236}">
                <a16:creationId xmlns:a16="http://schemas.microsoft.com/office/drawing/2014/main" id="{793A14FA-2865-AD3A-25A6-A53A366A2A3B}"/>
              </a:ext>
            </a:extLst>
          </p:cNvPr>
          <p:cNvSpPr>
            <a:spLocks noGrp="1"/>
          </p:cNvSpPr>
          <p:nvPr/>
        </p:nvSpPr>
        <p:spPr>
          <a:xfrm>
            <a:off x="2269413" y="239640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pic>
        <p:nvPicPr>
          <p:cNvPr id="8" name="Picture 7" descr="A screenshot of a computer&#10;&#10;AI-generated content may be incorrect.">
            <a:extLst>
              <a:ext uri="{FF2B5EF4-FFF2-40B4-BE49-F238E27FC236}">
                <a16:creationId xmlns:a16="http://schemas.microsoft.com/office/drawing/2014/main" id="{862DD006-C318-51BB-ACC8-BFFC0D43E3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8229" y="3415256"/>
            <a:ext cx="13818611" cy="7123500"/>
          </a:xfrm>
          <a:prstGeom prst="rect">
            <a:avLst/>
          </a:prstGeom>
        </p:spPr>
      </p:pic>
      <p:sp>
        <p:nvSpPr>
          <p:cNvPr id="9" name="Rectangle: Rounded Corners 8">
            <a:extLst>
              <a:ext uri="{FF2B5EF4-FFF2-40B4-BE49-F238E27FC236}">
                <a16:creationId xmlns:a16="http://schemas.microsoft.com/office/drawing/2014/main" id="{3DAD7D5A-06B3-CB71-5B38-1970188256F3}"/>
              </a:ext>
            </a:extLst>
          </p:cNvPr>
          <p:cNvSpPr/>
          <p:nvPr/>
        </p:nvSpPr>
        <p:spPr>
          <a:xfrm>
            <a:off x="6699373" y="3842434"/>
            <a:ext cx="9800749" cy="329833"/>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0" name="Rectangle: Rounded Corners 9">
            <a:extLst>
              <a:ext uri="{FF2B5EF4-FFF2-40B4-BE49-F238E27FC236}">
                <a16:creationId xmlns:a16="http://schemas.microsoft.com/office/drawing/2014/main" id="{C602D719-8E84-A08D-C918-362FAD24EFC8}"/>
              </a:ext>
            </a:extLst>
          </p:cNvPr>
          <p:cNvSpPr/>
          <p:nvPr/>
        </p:nvSpPr>
        <p:spPr>
          <a:xfrm>
            <a:off x="14861047" y="4615151"/>
            <a:ext cx="3178903" cy="83862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pic>
        <p:nvPicPr>
          <p:cNvPr id="12" name="Picture 11" descr="A screenshot of a computer&#10;&#10;AI-generated content may be incorrect.">
            <a:extLst>
              <a:ext uri="{FF2B5EF4-FFF2-40B4-BE49-F238E27FC236}">
                <a16:creationId xmlns:a16="http://schemas.microsoft.com/office/drawing/2014/main" id="{C27C2C27-63C8-1B5F-72FA-E344CF715D5D}"/>
              </a:ext>
            </a:extLst>
          </p:cNvPr>
          <p:cNvPicPr>
            <a:picLocks noChangeAspect="1"/>
          </p:cNvPicPr>
          <p:nvPr/>
        </p:nvPicPr>
        <p:blipFill>
          <a:blip r:embed="rId4">
            <a:extLst>
              <a:ext uri="{28A0092B-C50C-407E-A947-70E740481C1C}">
                <a14:useLocalDpi xmlns:a14="http://schemas.microsoft.com/office/drawing/2010/main" val="0"/>
              </a:ext>
            </a:extLst>
          </a:blip>
          <a:srcRect l="56985" t="22719" r="23646" b="40705"/>
          <a:stretch>
            <a:fillRect/>
          </a:stretch>
        </p:blipFill>
        <p:spPr>
          <a:xfrm>
            <a:off x="13068595" y="5159641"/>
            <a:ext cx="2685784" cy="2605483"/>
          </a:xfrm>
          <a:prstGeom prst="rect">
            <a:avLst/>
          </a:prstGeom>
        </p:spPr>
      </p:pic>
      <p:sp>
        <p:nvSpPr>
          <p:cNvPr id="13" name="Rectangle: Rounded Corners 12">
            <a:extLst>
              <a:ext uri="{FF2B5EF4-FFF2-40B4-BE49-F238E27FC236}">
                <a16:creationId xmlns:a16="http://schemas.microsoft.com/office/drawing/2014/main" id="{47BF7374-4D80-50F3-B38E-44AA7F070293}"/>
              </a:ext>
            </a:extLst>
          </p:cNvPr>
          <p:cNvSpPr/>
          <p:nvPr/>
        </p:nvSpPr>
        <p:spPr>
          <a:xfrm>
            <a:off x="13068589" y="7357523"/>
            <a:ext cx="2685789" cy="329833"/>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pic>
        <p:nvPicPr>
          <p:cNvPr id="14" name="Picture 13" descr="A screenshot of a computer">
            <a:extLst>
              <a:ext uri="{FF2B5EF4-FFF2-40B4-BE49-F238E27FC236}">
                <a16:creationId xmlns:a16="http://schemas.microsoft.com/office/drawing/2014/main" id="{69E36BB9-EB91-8A04-2CA3-E446FD273089}"/>
              </a:ext>
            </a:extLst>
          </p:cNvPr>
          <p:cNvPicPr>
            <a:picLocks noChangeAspect="1"/>
          </p:cNvPicPr>
          <p:nvPr/>
        </p:nvPicPr>
        <p:blipFill>
          <a:blip r:embed="rId5">
            <a:extLst>
              <a:ext uri="{28A0092B-C50C-407E-A947-70E740481C1C}">
                <a14:useLocalDpi xmlns:a14="http://schemas.microsoft.com/office/drawing/2010/main" val="0"/>
              </a:ext>
            </a:extLst>
          </a:blip>
          <a:srcRect l="2449" t="14340" r="65480" b="4963"/>
          <a:stretch>
            <a:fillRect/>
          </a:stretch>
        </p:blipFill>
        <p:spPr>
          <a:xfrm>
            <a:off x="5532782" y="4358119"/>
            <a:ext cx="4439655" cy="5748514"/>
          </a:xfrm>
          <a:prstGeom prst="rect">
            <a:avLst/>
          </a:prstGeom>
        </p:spPr>
      </p:pic>
      <p:sp>
        <p:nvSpPr>
          <p:cNvPr id="15" name="Rectangle: Rounded Corners 14">
            <a:extLst>
              <a:ext uri="{FF2B5EF4-FFF2-40B4-BE49-F238E27FC236}">
                <a16:creationId xmlns:a16="http://schemas.microsoft.com/office/drawing/2014/main" id="{594BB499-4FD2-AED3-E0FB-2AE5671818C8}"/>
              </a:ext>
            </a:extLst>
          </p:cNvPr>
          <p:cNvSpPr/>
          <p:nvPr/>
        </p:nvSpPr>
        <p:spPr>
          <a:xfrm>
            <a:off x="5787693" y="7029982"/>
            <a:ext cx="3462946" cy="262976"/>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pic>
        <p:nvPicPr>
          <p:cNvPr id="16" name="Picture 15" descr="A screenshot of a computer&#10;&#10;AI-generated content may be incorrect.">
            <a:extLst>
              <a:ext uri="{FF2B5EF4-FFF2-40B4-BE49-F238E27FC236}">
                <a16:creationId xmlns:a16="http://schemas.microsoft.com/office/drawing/2014/main" id="{3B0EB071-DEEB-632F-C9DA-FE5DB51B8154}"/>
              </a:ext>
            </a:extLst>
          </p:cNvPr>
          <p:cNvPicPr>
            <a:picLocks noChangeAspect="1"/>
          </p:cNvPicPr>
          <p:nvPr/>
        </p:nvPicPr>
        <p:blipFill>
          <a:blip r:embed="rId6">
            <a:extLst>
              <a:ext uri="{28A0092B-C50C-407E-A947-70E740481C1C}">
                <a14:useLocalDpi xmlns:a14="http://schemas.microsoft.com/office/drawing/2010/main" val="0"/>
              </a:ext>
            </a:extLst>
          </a:blip>
          <a:srcRect l="5456" t="25421" r="59038" b="2481"/>
          <a:stretch>
            <a:fillRect/>
          </a:stretch>
        </p:blipFill>
        <p:spPr>
          <a:xfrm>
            <a:off x="7239606" y="5166892"/>
            <a:ext cx="4531887" cy="5135969"/>
          </a:xfrm>
          <a:prstGeom prst="rect">
            <a:avLst/>
          </a:prstGeom>
        </p:spPr>
      </p:pic>
      <p:sp>
        <p:nvSpPr>
          <p:cNvPr id="17" name="Rectangle: Rounded Corners 16">
            <a:extLst>
              <a:ext uri="{FF2B5EF4-FFF2-40B4-BE49-F238E27FC236}">
                <a16:creationId xmlns:a16="http://schemas.microsoft.com/office/drawing/2014/main" id="{9AF372B3-4175-9F65-AE2D-F036C168167D}"/>
              </a:ext>
            </a:extLst>
          </p:cNvPr>
          <p:cNvSpPr/>
          <p:nvPr/>
        </p:nvSpPr>
        <p:spPr>
          <a:xfrm>
            <a:off x="7533675" y="6831271"/>
            <a:ext cx="1901503" cy="294494"/>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pic>
        <p:nvPicPr>
          <p:cNvPr id="18" name="Picture 17">
            <a:extLst>
              <a:ext uri="{FF2B5EF4-FFF2-40B4-BE49-F238E27FC236}">
                <a16:creationId xmlns:a16="http://schemas.microsoft.com/office/drawing/2014/main" id="{03FE67A0-4576-218D-86EF-651AD60EC073}"/>
              </a:ext>
            </a:extLst>
          </p:cNvPr>
          <p:cNvPicPr>
            <a:picLocks noChangeAspect="1"/>
          </p:cNvPicPr>
          <p:nvPr/>
        </p:nvPicPr>
        <p:blipFill>
          <a:blip r:embed="rId7">
            <a:extLst>
              <a:ext uri="{28A0092B-C50C-407E-A947-70E740481C1C}">
                <a14:useLocalDpi xmlns:a14="http://schemas.microsoft.com/office/drawing/2010/main" val="0"/>
              </a:ext>
            </a:extLst>
          </a:blip>
          <a:srcRect l="191" r="191"/>
          <a:stretch/>
        </p:blipFill>
        <p:spPr>
          <a:xfrm>
            <a:off x="7235529" y="5159641"/>
            <a:ext cx="4529359" cy="5157495"/>
          </a:xfrm>
          <a:prstGeom prst="rect">
            <a:avLst/>
          </a:prstGeom>
        </p:spPr>
      </p:pic>
      <p:sp>
        <p:nvSpPr>
          <p:cNvPr id="19" name="Oval 18">
            <a:extLst>
              <a:ext uri="{FF2B5EF4-FFF2-40B4-BE49-F238E27FC236}">
                <a16:creationId xmlns:a16="http://schemas.microsoft.com/office/drawing/2014/main" id="{11DC550F-E086-DDF4-4EA5-8C62659A4ABB}"/>
              </a:ext>
            </a:extLst>
          </p:cNvPr>
          <p:cNvSpPr/>
          <p:nvPr/>
        </p:nvSpPr>
        <p:spPr>
          <a:xfrm>
            <a:off x="7535349" y="6851507"/>
            <a:ext cx="263081" cy="263081"/>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0" name="Rectangle: Rounded Corners 19">
            <a:extLst>
              <a:ext uri="{FF2B5EF4-FFF2-40B4-BE49-F238E27FC236}">
                <a16:creationId xmlns:a16="http://schemas.microsoft.com/office/drawing/2014/main" id="{FE9FE1D2-D8F0-0B53-B490-0F56BDD5759B}"/>
              </a:ext>
            </a:extLst>
          </p:cNvPr>
          <p:cNvSpPr/>
          <p:nvPr/>
        </p:nvSpPr>
        <p:spPr>
          <a:xfrm>
            <a:off x="9540621" y="7089296"/>
            <a:ext cx="1562761" cy="607856"/>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1" name="Rectangle: Rounded Corners 20">
            <a:extLst>
              <a:ext uri="{FF2B5EF4-FFF2-40B4-BE49-F238E27FC236}">
                <a16:creationId xmlns:a16="http://schemas.microsoft.com/office/drawing/2014/main" id="{E72A19E8-2C87-2AA6-B1B9-A9E42641FE26}"/>
              </a:ext>
            </a:extLst>
          </p:cNvPr>
          <p:cNvSpPr/>
          <p:nvPr/>
        </p:nvSpPr>
        <p:spPr>
          <a:xfrm>
            <a:off x="9866953" y="9894079"/>
            <a:ext cx="966725" cy="40153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pic>
        <p:nvPicPr>
          <p:cNvPr id="22" name="Picture 21">
            <a:extLst>
              <a:ext uri="{FF2B5EF4-FFF2-40B4-BE49-F238E27FC236}">
                <a16:creationId xmlns:a16="http://schemas.microsoft.com/office/drawing/2014/main" id="{C6EB2BA6-FF99-A98B-4773-81E6DBE8E257}"/>
              </a:ext>
            </a:extLst>
          </p:cNvPr>
          <p:cNvPicPr>
            <a:picLocks noChangeAspect="1"/>
          </p:cNvPicPr>
          <p:nvPr/>
        </p:nvPicPr>
        <p:blipFill>
          <a:blip r:embed="rId8">
            <a:extLst>
              <a:ext uri="{28A0092B-C50C-407E-A947-70E740481C1C}">
                <a14:useLocalDpi xmlns:a14="http://schemas.microsoft.com/office/drawing/2010/main" val="0"/>
              </a:ext>
            </a:extLst>
          </a:blip>
          <a:srcRect l="2813" t="11239" r="2856" b="57614"/>
          <a:stretch>
            <a:fillRect/>
          </a:stretch>
        </p:blipFill>
        <p:spPr>
          <a:xfrm>
            <a:off x="12479924" y="8282185"/>
            <a:ext cx="3642625" cy="1477950"/>
          </a:xfrm>
          <a:prstGeom prst="rect">
            <a:avLst/>
          </a:prstGeom>
          <a:ln w="12700">
            <a:solidFill>
              <a:schemeClr val="tx1"/>
            </a:solidFill>
          </a:ln>
        </p:spPr>
      </p:pic>
      <p:sp>
        <p:nvSpPr>
          <p:cNvPr id="23" name="Rectangle: Rounded Corners 22">
            <a:extLst>
              <a:ext uri="{FF2B5EF4-FFF2-40B4-BE49-F238E27FC236}">
                <a16:creationId xmlns:a16="http://schemas.microsoft.com/office/drawing/2014/main" id="{2E9BDD3B-5B9B-5714-5832-94AF70C12317}"/>
              </a:ext>
            </a:extLst>
          </p:cNvPr>
          <p:cNvSpPr/>
          <p:nvPr/>
        </p:nvSpPr>
        <p:spPr>
          <a:xfrm>
            <a:off x="13557259" y="9339709"/>
            <a:ext cx="827213" cy="363045"/>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4" name="Rectangle: Rounded Corners 23">
            <a:extLst>
              <a:ext uri="{FF2B5EF4-FFF2-40B4-BE49-F238E27FC236}">
                <a16:creationId xmlns:a16="http://schemas.microsoft.com/office/drawing/2014/main" id="{6B9BF872-CA6A-2ABB-BFC5-8CD0A86ED64B}"/>
              </a:ext>
            </a:extLst>
          </p:cNvPr>
          <p:cNvSpPr/>
          <p:nvPr/>
        </p:nvSpPr>
        <p:spPr>
          <a:xfrm>
            <a:off x="10475192" y="9409583"/>
            <a:ext cx="1092262" cy="363045"/>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pic>
        <p:nvPicPr>
          <p:cNvPr id="25" name="Picture 24" descr="A screenshot of a computer&#10;&#10;AI-generated content may be incorrect.">
            <a:extLst>
              <a:ext uri="{FF2B5EF4-FFF2-40B4-BE49-F238E27FC236}">
                <a16:creationId xmlns:a16="http://schemas.microsoft.com/office/drawing/2014/main" id="{5915BB00-0959-564E-A91D-5FDF7C9FFAF8}"/>
              </a:ext>
            </a:extLst>
          </p:cNvPr>
          <p:cNvPicPr>
            <a:picLocks noChangeAspect="1"/>
          </p:cNvPicPr>
          <p:nvPr/>
        </p:nvPicPr>
        <p:blipFill>
          <a:blip r:embed="rId9">
            <a:extLst>
              <a:ext uri="{28A0092B-C50C-407E-A947-70E740481C1C}">
                <a14:useLocalDpi xmlns:a14="http://schemas.microsoft.com/office/drawing/2010/main" val="0"/>
              </a:ext>
            </a:extLst>
          </a:blip>
          <a:srcRect l="1474" t="1948" r="1416" b="2635"/>
          <a:stretch>
            <a:fillRect/>
          </a:stretch>
        </p:blipFill>
        <p:spPr>
          <a:xfrm>
            <a:off x="15094406" y="7776263"/>
            <a:ext cx="3259062" cy="1477950"/>
          </a:xfrm>
          <a:prstGeom prst="rect">
            <a:avLst/>
          </a:prstGeom>
          <a:ln w="12700">
            <a:solidFill>
              <a:schemeClr val="tx1"/>
            </a:solidFill>
          </a:ln>
        </p:spPr>
      </p:pic>
      <p:sp>
        <p:nvSpPr>
          <p:cNvPr id="26" name="Rectangle: Rounded Corners 25">
            <a:extLst>
              <a:ext uri="{FF2B5EF4-FFF2-40B4-BE49-F238E27FC236}">
                <a16:creationId xmlns:a16="http://schemas.microsoft.com/office/drawing/2014/main" id="{28174AB3-AF40-D883-6FDD-1CA444511411}"/>
              </a:ext>
            </a:extLst>
          </p:cNvPr>
          <p:cNvSpPr/>
          <p:nvPr/>
        </p:nvSpPr>
        <p:spPr>
          <a:xfrm>
            <a:off x="16624270" y="8848738"/>
            <a:ext cx="827213" cy="363045"/>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7" name="Google Shape;156;p23">
            <a:extLst>
              <a:ext uri="{FF2B5EF4-FFF2-40B4-BE49-F238E27FC236}">
                <a16:creationId xmlns:a16="http://schemas.microsoft.com/office/drawing/2014/main" id="{A79A2399-D9E4-86E6-8466-8134431CFD27}"/>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2"/>
              </a:buClr>
              <a:buSzPts val="7800"/>
              <a:buFont typeface="Arial"/>
              <a:buNone/>
            </a:pPr>
            <a:r>
              <a:rPr lang="en-US"/>
              <a:t>Basic Operation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childTnLst>
                                </p:cTn>
                              </p:par>
                            </p:childTnLst>
                          </p:cTn>
                        </p:par>
                        <p:par>
                          <p:cTn id="12" fill="hold">
                            <p:stCondLst>
                              <p:cond delay="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childTnLst>
                                </p:cTn>
                              </p:par>
                            </p:childTnLst>
                          </p:cTn>
                        </p:par>
                        <p:par>
                          <p:cTn id="28" fill="hold">
                            <p:stCondLst>
                              <p:cond delay="0"/>
                            </p:stCondLst>
                            <p:childTnLst>
                              <p:par>
                                <p:cTn id="29" presetID="10"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xEl>
                                              <p:pRg st="3" end="3"/>
                                            </p:txEl>
                                          </p:spTgt>
                                        </p:tgtEl>
                                        <p:attrNameLst>
                                          <p:attrName>style.visibility</p:attrName>
                                        </p:attrNameLst>
                                      </p:cBhvr>
                                      <p:to>
                                        <p:strVal val="visible"/>
                                      </p:to>
                                    </p:set>
                                  </p:childTnLst>
                                </p:cTn>
                              </p:par>
                            </p:childTnLst>
                          </p:cTn>
                        </p:par>
                        <p:par>
                          <p:cTn id="36" fill="hold">
                            <p:stCondLst>
                              <p:cond delay="0"/>
                            </p:stCondLst>
                            <p:childTnLst>
                              <p:par>
                                <p:cTn id="37" presetID="10"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6">
                                            <p:txEl>
                                              <p:pRg st="4" end="4"/>
                                            </p:txEl>
                                          </p:spTgt>
                                        </p:tgtEl>
                                        <p:attrNameLst>
                                          <p:attrName>style.visibility</p:attrName>
                                        </p:attrNameLst>
                                      </p:cBhvr>
                                      <p:to>
                                        <p:strVal val="visible"/>
                                      </p:to>
                                    </p:set>
                                  </p:childTnLst>
                                </p:cTn>
                              </p:par>
                            </p:childTnLst>
                          </p:cTn>
                        </p:par>
                        <p:par>
                          <p:cTn id="48" fill="hold">
                            <p:stCondLst>
                              <p:cond delay="0"/>
                            </p:stCondLst>
                            <p:childTnLst>
                              <p:par>
                                <p:cTn id="49" presetID="10" presetClass="entr" presetSubtype="0"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6">
                                            <p:txEl>
                                              <p:pRg st="5" end="5"/>
                                            </p:txEl>
                                          </p:spTgt>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6">
                                            <p:txEl>
                                              <p:pRg st="6" end="6"/>
                                            </p:txEl>
                                          </p:spTgt>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6">
                                            <p:txEl>
                                              <p:pRg st="7" end="7"/>
                                            </p:txEl>
                                          </p:spTgt>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
                                            <p:txEl>
                                              <p:pRg st="8" end="8"/>
                                            </p:txEl>
                                          </p:spTgt>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6">
                                            <p:txEl>
                                              <p:pRg st="9" end="9"/>
                                            </p:txEl>
                                          </p:spTgt>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6">
                                            <p:txEl>
                                              <p:pRg st="10" end="10"/>
                                            </p:txEl>
                                          </p:spTgt>
                                        </p:tgtEl>
                                        <p:attrNameLst>
                                          <p:attrName>style.visibility</p:attrName>
                                        </p:attrNameLst>
                                      </p:cBhvr>
                                      <p:to>
                                        <p:strVal val="visible"/>
                                      </p:to>
                                    </p:set>
                                  </p:childTnLst>
                                </p:cTn>
                              </p:par>
                            </p:childTnLst>
                          </p:cTn>
                        </p:par>
                        <p:par>
                          <p:cTn id="74" fill="hold">
                            <p:stCondLst>
                              <p:cond delay="0"/>
                            </p:stCondLst>
                            <p:childTnLst>
                              <p:par>
                                <p:cTn id="75" presetID="10" presetClass="entr" presetSubtype="0" fill="hold" nodeType="after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childTnLst>
                          </p:cTn>
                        </p:par>
                        <p:par>
                          <p:cTn id="78" fill="hold">
                            <p:stCondLst>
                              <p:cond delay="500"/>
                            </p:stCondLst>
                            <p:childTnLst>
                              <p:par>
                                <p:cTn id="79" presetID="10" presetClass="entr" presetSubtype="0" fill="hold" grpId="0" nodeType="after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500"/>
                                        <p:tgtEl>
                                          <p:spTgt spid="19"/>
                                        </p:tgtEl>
                                      </p:cBhvr>
                                    </p:animEffect>
                                  </p:childTnLst>
                                </p:cTn>
                              </p:par>
                            </p:childTnLst>
                          </p:cTn>
                        </p:par>
                        <p:par>
                          <p:cTn id="82" fill="hold">
                            <p:stCondLst>
                              <p:cond delay="1000"/>
                            </p:stCondLst>
                            <p:childTnLst>
                              <p:par>
                                <p:cTn id="83" presetID="10" presetClass="entr" presetSubtype="0" fill="hold" grpId="0" nodeType="after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childTnLst>
                                </p:cTn>
                              </p:par>
                            </p:childTnLst>
                          </p:cTn>
                        </p:par>
                        <p:par>
                          <p:cTn id="86" fill="hold">
                            <p:stCondLst>
                              <p:cond delay="1500"/>
                            </p:stCondLst>
                            <p:childTnLst>
                              <p:par>
                                <p:cTn id="87" presetID="10" presetClass="entr" presetSubtype="0" fill="hold" grpId="0" nodeType="after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22"/>
                                        </p:tgtEl>
                                        <p:attrNameLst>
                                          <p:attrName>style.visibility</p:attrName>
                                        </p:attrNameLst>
                                      </p:cBhvr>
                                      <p:to>
                                        <p:strVal val="visible"/>
                                      </p:to>
                                    </p:set>
                                  </p:childTnLst>
                                </p:cTn>
                              </p:par>
                            </p:childTnLst>
                          </p:cTn>
                        </p:par>
                        <p:par>
                          <p:cTn id="94" fill="hold">
                            <p:stCondLst>
                              <p:cond delay="0"/>
                            </p:stCondLst>
                            <p:childTnLst>
                              <p:par>
                                <p:cTn id="95" presetID="10" presetClass="entr" presetSubtype="0" fill="hold" grpId="0" nodeType="after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25"/>
                                        </p:tgtEl>
                                        <p:attrNameLst>
                                          <p:attrName>style.visibility</p:attrName>
                                        </p:attrNameLst>
                                      </p:cBhvr>
                                      <p:to>
                                        <p:strVal val="visible"/>
                                      </p:to>
                                    </p:set>
                                  </p:childTnLst>
                                </p:cTn>
                              </p:par>
                            </p:childTnLst>
                          </p:cTn>
                        </p:par>
                        <p:par>
                          <p:cTn id="102" fill="hold">
                            <p:stCondLst>
                              <p:cond delay="0"/>
                            </p:stCondLst>
                            <p:childTnLst>
                              <p:par>
                                <p:cTn id="103" presetID="10" presetClass="entr" presetSubtype="0" fill="hold" grpId="0" nodeType="after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6">
                                            <p:txEl>
                                              <p:pRg st="11" end="11"/>
                                            </p:txEl>
                                          </p:spTgt>
                                        </p:tgtEl>
                                        <p:attrNameLst>
                                          <p:attrName>style.visibility</p:attrName>
                                        </p:attrNameLst>
                                      </p:cBhvr>
                                      <p:to>
                                        <p:strVal val="visible"/>
                                      </p:to>
                                    </p:set>
                                  </p:childTnLst>
                                </p:cTn>
                              </p:par>
                            </p:childTnLst>
                          </p:cTn>
                        </p:par>
                        <p:par>
                          <p:cTn id="110" fill="hold">
                            <p:stCondLst>
                              <p:cond delay="0"/>
                            </p:stCondLst>
                            <p:childTnLst>
                              <p:par>
                                <p:cTn id="111" presetID="10" presetClass="entr" presetSubtype="0" fill="hold" grpId="0" nodeType="afterEffect">
                                  <p:stCondLst>
                                    <p:cond delay="0"/>
                                  </p:stCondLst>
                                  <p:childTnLst>
                                    <p:set>
                                      <p:cBhvr>
                                        <p:cTn id="112" dur="1" fill="hold">
                                          <p:stCondLst>
                                            <p:cond delay="0"/>
                                          </p:stCondLst>
                                        </p:cTn>
                                        <p:tgtEl>
                                          <p:spTgt spid="21"/>
                                        </p:tgtEl>
                                        <p:attrNameLst>
                                          <p:attrName>style.visibility</p:attrName>
                                        </p:attrNameLst>
                                      </p:cBhvr>
                                      <p:to>
                                        <p:strVal val="visible"/>
                                      </p:to>
                                    </p:set>
                                    <p:animEffect transition="in" filter="fade">
                                      <p:cBhvr>
                                        <p:cTn id="1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P spid="15" grpId="0" animBg="1"/>
      <p:bldP spid="17" grpId="0" animBg="1"/>
      <p:bldP spid="19" grpId="0" animBg="1"/>
      <p:bldP spid="20" grpId="0" animBg="1"/>
      <p:bldP spid="21" grpId="0" animBg="1"/>
      <p:bldP spid="23" grpId="0" animBg="1"/>
      <p:bldP spid="24"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786AEAB5-49A5-8EA4-9B06-599E3AE2FA7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08D8C44-736C-0701-20C4-626B5EE461A9}"/>
              </a:ext>
            </a:extLst>
          </p:cNvPr>
          <p:cNvSpPr/>
          <p:nvPr/>
        </p:nvSpPr>
        <p:spPr>
          <a:xfrm>
            <a:off x="210967" y="2395241"/>
            <a:ext cx="19603323" cy="8949886"/>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sz="1800" b="1" dirty="0">
                <a:solidFill>
                  <a:schemeClr val="tx1"/>
                </a:solidFill>
              </a:rPr>
              <a:t>If you’ve completed all the integration steps but don’t see live video in the </a:t>
            </a:r>
            <a:r>
              <a:rPr lang="en-US" sz="1800" b="1" dirty="0" err="1">
                <a:solidFill>
                  <a:schemeClr val="tx1"/>
                </a:solidFill>
              </a:rPr>
              <a:t>QBee</a:t>
            </a:r>
            <a:r>
              <a:rPr lang="en-US" sz="1800" b="1" dirty="0">
                <a:solidFill>
                  <a:schemeClr val="tx1"/>
                </a:solidFill>
              </a:rPr>
              <a:t> App, follow these steps to resolve the issue:</a:t>
            </a:r>
          </a:p>
          <a:p>
            <a:pPr>
              <a:lnSpc>
                <a:spcPct val="150000"/>
              </a:lnSpc>
            </a:pPr>
            <a:endParaRPr lang="en-US" sz="1800" dirty="0">
              <a:solidFill>
                <a:schemeClr val="tx1"/>
              </a:solidFill>
            </a:endParaRPr>
          </a:p>
          <a:p>
            <a:pPr marL="342900" indent="-342900">
              <a:lnSpc>
                <a:spcPct val="150000"/>
              </a:lnSpc>
              <a:buAutoNum type="arabicPeriod"/>
            </a:pPr>
            <a:r>
              <a:rPr lang="en-US" sz="1800" dirty="0">
                <a:solidFill>
                  <a:schemeClr val="tx1"/>
                </a:solidFill>
                <a:highlight>
                  <a:srgbClr val="FFFF00"/>
                </a:highlight>
              </a:rPr>
              <a:t>Click the Start button.</a:t>
            </a:r>
          </a:p>
          <a:p>
            <a:pPr marL="342900" indent="-342900">
              <a:lnSpc>
                <a:spcPct val="150000"/>
              </a:lnSpc>
              <a:buAutoNum type="arabicPeriod"/>
            </a:pPr>
            <a:r>
              <a:rPr lang="en-US" sz="1800" dirty="0">
                <a:solidFill>
                  <a:schemeClr val="tx1"/>
                </a:solidFill>
                <a:highlight>
                  <a:srgbClr val="FFFF00"/>
                </a:highlight>
              </a:rPr>
              <a:t>Type “firewall” in the search bar.</a:t>
            </a:r>
          </a:p>
          <a:p>
            <a:pPr marL="342900" indent="-342900">
              <a:lnSpc>
                <a:spcPct val="150000"/>
              </a:lnSpc>
              <a:buAutoNum type="arabicPeriod"/>
            </a:pPr>
            <a:r>
              <a:rPr lang="en-US" sz="1800" dirty="0">
                <a:solidFill>
                  <a:schemeClr val="tx1"/>
                </a:solidFill>
                <a:highlight>
                  <a:srgbClr val="FFFF00"/>
                </a:highlight>
              </a:rPr>
              <a:t>Select “Allow an app through Windows Firewall.”</a:t>
            </a:r>
          </a:p>
          <a:p>
            <a:pPr marL="342900" indent="-342900">
              <a:lnSpc>
                <a:spcPct val="150000"/>
              </a:lnSpc>
              <a:buAutoNum type="arabicPeriod"/>
            </a:pPr>
            <a:r>
              <a:rPr lang="en-US" sz="1800" dirty="0">
                <a:solidFill>
                  <a:schemeClr val="tx1"/>
                </a:solidFill>
                <a:highlight>
                  <a:srgbClr val="FFFF00"/>
                </a:highlight>
              </a:rPr>
              <a:t>In the window that opens, click “Change settings.”</a:t>
            </a:r>
          </a:p>
          <a:p>
            <a:pPr marL="342900" indent="-342900">
              <a:lnSpc>
                <a:spcPct val="150000"/>
              </a:lnSpc>
              <a:buAutoNum type="arabicPeriod"/>
            </a:pPr>
            <a:r>
              <a:rPr lang="en-US" sz="1800" dirty="0">
                <a:solidFill>
                  <a:schemeClr val="tx1"/>
                </a:solidFill>
                <a:highlight>
                  <a:srgbClr val="FFFF00"/>
                </a:highlight>
              </a:rPr>
              <a:t>Locate the applications “generic.exe” and “videoplayerwpf.exe.”</a:t>
            </a:r>
          </a:p>
          <a:p>
            <a:pPr marL="342900" indent="-342900">
              <a:lnSpc>
                <a:spcPct val="150000"/>
              </a:lnSpc>
              <a:buAutoNum type="arabicPeriod"/>
            </a:pPr>
            <a:r>
              <a:rPr lang="en-US" sz="1800" dirty="0">
                <a:solidFill>
                  <a:schemeClr val="tx1"/>
                </a:solidFill>
                <a:highlight>
                  <a:srgbClr val="FFFF00"/>
                </a:highlight>
              </a:rPr>
              <a:t>For each of these apps, ensure that both checkboxes are selected: </a:t>
            </a:r>
          </a:p>
          <a:p>
            <a:pPr marL="800100" lvl="1" indent="-342900">
              <a:lnSpc>
                <a:spcPct val="150000"/>
              </a:lnSpc>
              <a:buAutoNum type="arabicPeriod"/>
            </a:pPr>
            <a:r>
              <a:rPr lang="en-US" sz="1800" dirty="0">
                <a:solidFill>
                  <a:schemeClr val="tx1"/>
                </a:solidFill>
                <a:highlight>
                  <a:srgbClr val="FFFF00"/>
                </a:highlight>
              </a:rPr>
              <a:t>Private</a:t>
            </a:r>
          </a:p>
          <a:p>
            <a:pPr marL="800100" lvl="1" indent="-342900">
              <a:lnSpc>
                <a:spcPct val="150000"/>
              </a:lnSpc>
              <a:buAutoNum type="arabicPeriod"/>
            </a:pPr>
            <a:r>
              <a:rPr lang="en-US" sz="1800" dirty="0">
                <a:solidFill>
                  <a:schemeClr val="tx1"/>
                </a:solidFill>
                <a:highlight>
                  <a:srgbClr val="FFFF00"/>
                </a:highlight>
              </a:rPr>
              <a:t>Public</a:t>
            </a:r>
          </a:p>
          <a:p>
            <a:pPr marL="342900" indent="-342900">
              <a:lnSpc>
                <a:spcPct val="150000"/>
              </a:lnSpc>
              <a:buAutoNum type="arabicPeriod"/>
            </a:pPr>
            <a:r>
              <a:rPr lang="en-US" sz="1800" dirty="0">
                <a:solidFill>
                  <a:schemeClr val="tx1"/>
                </a:solidFill>
                <a:highlight>
                  <a:srgbClr val="FFFF00"/>
                </a:highlight>
              </a:rPr>
              <a:t>Click “OK” to save the changes.</a:t>
            </a:r>
          </a:p>
          <a:p>
            <a:pPr marL="342900" indent="-342900">
              <a:lnSpc>
                <a:spcPct val="150000"/>
              </a:lnSpc>
              <a:buAutoNum type="arabicPeriod"/>
            </a:pPr>
            <a:r>
              <a:rPr lang="en-US" sz="1800" dirty="0">
                <a:solidFill>
                  <a:schemeClr val="tx1"/>
                </a:solidFill>
                <a:highlight>
                  <a:srgbClr val="FFFF00"/>
                </a:highlight>
              </a:rPr>
              <a:t>Close all windows and restart the </a:t>
            </a:r>
            <a:r>
              <a:rPr lang="en-US" sz="1800" dirty="0" err="1">
                <a:solidFill>
                  <a:schemeClr val="tx1"/>
                </a:solidFill>
                <a:highlight>
                  <a:srgbClr val="FFFF00"/>
                </a:highlight>
              </a:rPr>
              <a:t>QBee</a:t>
            </a:r>
            <a:r>
              <a:rPr lang="en-US" sz="1800" dirty="0">
                <a:solidFill>
                  <a:schemeClr val="tx1"/>
                </a:solidFill>
                <a:highlight>
                  <a:srgbClr val="FFFF00"/>
                </a:highlight>
              </a:rPr>
              <a:t> application.</a:t>
            </a:r>
          </a:p>
        </p:txBody>
      </p:sp>
      <p:sp>
        <p:nvSpPr>
          <p:cNvPr id="7" name="Content Placeholder 2">
            <a:extLst>
              <a:ext uri="{FF2B5EF4-FFF2-40B4-BE49-F238E27FC236}">
                <a16:creationId xmlns:a16="http://schemas.microsoft.com/office/drawing/2014/main" id="{D0201458-ED11-E293-C255-DB1AB2D02798}"/>
              </a:ext>
            </a:extLst>
          </p:cNvPr>
          <p:cNvSpPr>
            <a:spLocks noGrp="1"/>
          </p:cNvSpPr>
          <p:nvPr/>
        </p:nvSpPr>
        <p:spPr>
          <a:xfrm>
            <a:off x="2269413" y="239640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4" name="Action Button: Blank 3">
            <a:hlinkClick r:id="" action="ppaction://noaction" highlightClick="1"/>
            <a:extLst>
              <a:ext uri="{FF2B5EF4-FFF2-40B4-BE49-F238E27FC236}">
                <a16:creationId xmlns:a16="http://schemas.microsoft.com/office/drawing/2014/main" id="{4068DD8B-0606-FFFA-2E2A-60EDECEF45EF}"/>
              </a:ext>
            </a:extLst>
          </p:cNvPr>
          <p:cNvSpPr/>
          <p:nvPr/>
        </p:nvSpPr>
        <p:spPr>
          <a:xfrm>
            <a:off x="1972025" y="5800601"/>
            <a:ext cx="297388" cy="297388"/>
          </a:xfrm>
          <a:prstGeom prst="actionButtonBlank">
            <a:avLst/>
          </a:prstGeom>
          <a:ln/>
        </p:spPr>
        <p:style>
          <a:lnRef idx="2">
            <a:schemeClr val="dk1"/>
          </a:lnRef>
          <a:fillRef idx="1">
            <a:schemeClr val="lt1"/>
          </a:fillRef>
          <a:effectRef idx="0">
            <a:schemeClr val="dk1"/>
          </a:effectRef>
          <a:fontRef idx="minor">
            <a:schemeClr val="dk1"/>
          </a:fontRef>
        </p:style>
        <p:txBody>
          <a:bodyPr rtlCol="1" anchor="ctr"/>
          <a:lstStyle/>
          <a:p>
            <a:pPr algn="ctr"/>
            <a:r>
              <a:rPr lang="en-US" b="1">
                <a:solidFill>
                  <a:schemeClr val="tx1"/>
                </a:solidFill>
              </a:rPr>
              <a:t>√</a:t>
            </a:r>
            <a:endParaRPr lang="he-IL" b="1"/>
          </a:p>
        </p:txBody>
      </p:sp>
      <p:sp>
        <p:nvSpPr>
          <p:cNvPr id="28" name="Action Button: Blank 27">
            <a:hlinkClick r:id="" action="ppaction://noaction" highlightClick="1"/>
            <a:extLst>
              <a:ext uri="{FF2B5EF4-FFF2-40B4-BE49-F238E27FC236}">
                <a16:creationId xmlns:a16="http://schemas.microsoft.com/office/drawing/2014/main" id="{19FD251C-5FBE-69E9-48CC-50B479D933E5}"/>
              </a:ext>
            </a:extLst>
          </p:cNvPr>
          <p:cNvSpPr/>
          <p:nvPr/>
        </p:nvSpPr>
        <p:spPr>
          <a:xfrm>
            <a:off x="1972025" y="6229226"/>
            <a:ext cx="297388" cy="297388"/>
          </a:xfrm>
          <a:prstGeom prst="actionButtonBlank">
            <a:avLst/>
          </a:prstGeom>
          <a:ln/>
        </p:spPr>
        <p:style>
          <a:lnRef idx="2">
            <a:schemeClr val="dk1"/>
          </a:lnRef>
          <a:fillRef idx="1">
            <a:schemeClr val="lt1"/>
          </a:fillRef>
          <a:effectRef idx="0">
            <a:schemeClr val="dk1"/>
          </a:effectRef>
          <a:fontRef idx="minor">
            <a:schemeClr val="dk1"/>
          </a:fontRef>
        </p:style>
        <p:txBody>
          <a:bodyPr rtlCol="1" anchor="ctr"/>
          <a:lstStyle/>
          <a:p>
            <a:pPr algn="ctr"/>
            <a:r>
              <a:rPr lang="en-US">
                <a:solidFill>
                  <a:schemeClr val="tx1"/>
                </a:solidFill>
              </a:rPr>
              <a:t>√</a:t>
            </a:r>
            <a:endParaRPr lang="he-IL"/>
          </a:p>
        </p:txBody>
      </p:sp>
      <p:sp>
        <p:nvSpPr>
          <p:cNvPr id="8" name="Google Shape;156;p23">
            <a:extLst>
              <a:ext uri="{FF2B5EF4-FFF2-40B4-BE49-F238E27FC236}">
                <a16:creationId xmlns:a16="http://schemas.microsoft.com/office/drawing/2014/main" id="{A553ED42-162F-F7D0-E5EC-069F19266D24}"/>
              </a:ext>
            </a:extLst>
          </p:cNvPr>
          <p:cNvSpPr txBox="1">
            <a:spLocks/>
          </p:cNvSpPr>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10000"/>
              </a:lnSpc>
              <a:spcBef>
                <a:spcPts val="0"/>
              </a:spcBef>
              <a:spcAft>
                <a:spcPts val="0"/>
              </a:spcAft>
              <a:buClr>
                <a:schemeClr val="dk2"/>
              </a:buClr>
              <a:buSzPts val="7800"/>
              <a:buFont typeface="Barlow Condensed ExtraBold"/>
              <a:buNone/>
              <a:defRPr sz="7800" b="0" i="1" u="none" strike="noStrike" cap="none">
                <a:solidFill>
                  <a:schemeClr val="dk2"/>
                </a:solidFill>
                <a:latin typeface="Barlow Condensed ExtraBold"/>
                <a:ea typeface="Barlow Condensed ExtraBold"/>
                <a:cs typeface="Barlow Condensed ExtraBold"/>
                <a:sym typeface="Barlow Condensed ExtraBold"/>
              </a:defRPr>
            </a:lvl1pPr>
            <a:lvl2pPr marR="0" lvl="1"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2pPr>
            <a:lvl3pPr marR="0" lvl="2"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3pPr>
            <a:lvl4pPr marR="0" lvl="3"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4pPr>
            <a:lvl5pPr marR="0" lvl="4"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5pPr>
            <a:lvl6pPr marR="0" lvl="5"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6pPr>
            <a:lvl7pPr marR="0" lvl="6"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7pPr>
            <a:lvl8pPr marR="0" lvl="7"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8pPr>
            <a:lvl9pPr marR="0" lvl="8"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9pPr>
          </a:lstStyle>
          <a:p>
            <a:pPr>
              <a:buFont typeface="Arial"/>
              <a:buNone/>
            </a:pPr>
            <a:r>
              <a:rPr lang="en-US"/>
              <a:t>Basic Operation</a:t>
            </a:r>
          </a:p>
        </p:txBody>
      </p:sp>
    </p:spTree>
    <p:extLst>
      <p:ext uri="{BB962C8B-B14F-4D97-AF65-F5344CB8AC3E}">
        <p14:creationId xmlns:p14="http://schemas.microsoft.com/office/powerpoint/2010/main" val="99789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500"/>
                                        <p:tgtEl>
                                          <p:spTgt spid="6">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Effect transition="in" filter="fade">
                                      <p:cBhvr>
                                        <p:cTn id="47" dur="500"/>
                                        <p:tgtEl>
                                          <p:spTgt spid="6">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0" end="10"/>
                                            </p:txEl>
                                          </p:spTgt>
                                        </p:tgtEl>
                                        <p:attrNameLst>
                                          <p:attrName>style.visibility</p:attrName>
                                        </p:attrNameLst>
                                      </p:cBhvr>
                                      <p:to>
                                        <p:strVal val="visible"/>
                                      </p:to>
                                    </p:set>
                                    <p:animEffect transition="in" filter="fade">
                                      <p:cBhvr>
                                        <p:cTn id="52" dur="500"/>
                                        <p:tgtEl>
                                          <p:spTgt spid="6">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1" end="11"/>
                                            </p:txEl>
                                          </p:spTgt>
                                        </p:tgtEl>
                                        <p:attrNameLst>
                                          <p:attrName>style.visibility</p:attrName>
                                        </p:attrNameLst>
                                      </p:cBhvr>
                                      <p:to>
                                        <p:strVal val="visible"/>
                                      </p:to>
                                    </p:set>
                                    <p:animEffect transition="in" filter="fade">
                                      <p:cBhvr>
                                        <p:cTn id="57" dur="500"/>
                                        <p:tgtEl>
                                          <p:spTgt spid="6">
                                            <p:txEl>
                                              <p:pRg st="11" end="11"/>
                                            </p:txEl>
                                          </p:spTgt>
                                        </p:tgtEl>
                                      </p:cBhvr>
                                    </p:animEffect>
                                  </p:childTnLst>
                                </p:cTn>
                              </p:par>
                            </p:childTnLst>
                          </p:cTn>
                        </p:par>
                        <p:par>
                          <p:cTn id="58" fill="hold">
                            <p:stCondLst>
                              <p:cond delay="500"/>
                            </p:stCondLst>
                            <p:childTnLst>
                              <p:par>
                                <p:cTn id="59" presetID="1" presetClass="entr" presetSubtype="0" fill="hold" grpId="0" nodeType="afterEffect">
                                  <p:stCondLst>
                                    <p:cond delay="0"/>
                                  </p:stCondLst>
                                  <p:childTnLst>
                                    <p:set>
                                      <p:cBhvr>
                                        <p:cTn id="60" dur="1" fill="hold">
                                          <p:stCondLst>
                                            <p:cond delay="0"/>
                                          </p:stCondLst>
                                        </p:cTn>
                                        <p:tgtEl>
                                          <p:spTgt spid="4"/>
                                        </p:tgtEl>
                                        <p:attrNameLst>
                                          <p:attrName>style.visibility</p:attrName>
                                        </p:attrNameLst>
                                      </p:cBhvr>
                                      <p:to>
                                        <p:strVal val="visible"/>
                                      </p:to>
                                    </p:set>
                                  </p:childTnLst>
                                </p:cTn>
                              </p:par>
                            </p:childTnLst>
                          </p:cTn>
                        </p:par>
                        <p:par>
                          <p:cTn id="61" fill="hold">
                            <p:stCondLst>
                              <p:cond delay="500"/>
                            </p:stCondLst>
                            <p:childTnLst>
                              <p:par>
                                <p:cTn id="62" presetID="1" presetClass="entr" presetSubtype="0" fill="hold" grpId="0" nodeType="afterEffect">
                                  <p:stCondLst>
                                    <p:cond delay="0"/>
                                  </p:stCondLst>
                                  <p:childTnLst>
                                    <p:set>
                                      <p:cBhvr>
                                        <p:cTn id="63"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E2EA039D-7F15-1CE1-8768-CBBE81CB180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D1345C8-D9DA-30F3-3246-D6BE28056FD7}"/>
              </a:ext>
            </a:extLst>
          </p:cNvPr>
          <p:cNvSpPr/>
          <p:nvPr/>
        </p:nvSpPr>
        <p:spPr>
          <a:xfrm>
            <a:off x="210967" y="2395241"/>
            <a:ext cx="19603323" cy="8949886"/>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sz="1800" dirty="0">
                <a:solidFill>
                  <a:schemeClr val="tx1"/>
                </a:solidFill>
                <a:latin typeface="+mj-lt"/>
              </a:rPr>
              <a:t>If your drone is using an </a:t>
            </a:r>
            <a:r>
              <a:rPr lang="en-US" sz="1800" b="1" dirty="0">
                <a:solidFill>
                  <a:schemeClr val="tx1"/>
                </a:solidFill>
                <a:latin typeface="+mj-lt"/>
              </a:rPr>
              <a:t>Nvidia Jetson Orin NX </a:t>
            </a:r>
            <a:r>
              <a:rPr lang="en-US" sz="1800" b="1" dirty="0">
                <a:solidFill>
                  <a:schemeClr val="tx1"/>
                </a:solidFill>
                <a:highlight>
                  <a:srgbClr val="FFFF00"/>
                </a:highlight>
                <a:latin typeface="+mj-lt"/>
              </a:rPr>
              <a:t>(</a:t>
            </a:r>
            <a:r>
              <a:rPr lang="en-US" sz="1800" b="1" dirty="0" err="1">
                <a:solidFill>
                  <a:schemeClr val="tx1"/>
                </a:solidFill>
                <a:highlight>
                  <a:srgbClr val="FFFF00"/>
                </a:highlight>
                <a:latin typeface="+mj-lt"/>
              </a:rPr>
              <a:t>JetPack</a:t>
            </a:r>
            <a:r>
              <a:rPr lang="en-US" sz="1800" b="1" dirty="0">
                <a:solidFill>
                  <a:schemeClr val="tx1"/>
                </a:solidFill>
                <a:highlight>
                  <a:srgbClr val="FFFF00"/>
                </a:highlight>
                <a:latin typeface="+mj-lt"/>
              </a:rPr>
              <a:t> 6/5.x)</a:t>
            </a:r>
            <a:r>
              <a:rPr lang="en-US" sz="1800" dirty="0">
                <a:solidFill>
                  <a:schemeClr val="tx1"/>
                </a:solidFill>
                <a:highlight>
                  <a:srgbClr val="FFFF00"/>
                </a:highlight>
                <a:latin typeface="+mj-lt"/>
              </a:rPr>
              <a:t>, </a:t>
            </a:r>
            <a:r>
              <a:rPr lang="en-US" sz="1800" dirty="0">
                <a:solidFill>
                  <a:schemeClr val="tx1"/>
                </a:solidFill>
                <a:latin typeface="+mj-lt"/>
              </a:rPr>
              <a:t>you can replace the HIVE hardware by installing our </a:t>
            </a:r>
            <a:r>
              <a:rPr lang="en-US" sz="1800" dirty="0" err="1">
                <a:solidFill>
                  <a:schemeClr val="tx1"/>
                </a:solidFill>
                <a:latin typeface="+mj-lt"/>
              </a:rPr>
              <a:t>BeeKeeper</a:t>
            </a:r>
            <a:r>
              <a:rPr lang="en-US" sz="1800" dirty="0">
                <a:solidFill>
                  <a:schemeClr val="tx1"/>
                </a:solidFill>
                <a:latin typeface="+mj-lt"/>
              </a:rPr>
              <a:t> software via Docker.</a:t>
            </a:r>
          </a:p>
          <a:p>
            <a:pPr>
              <a:lnSpc>
                <a:spcPct val="150000"/>
              </a:lnSpc>
            </a:pPr>
            <a:br>
              <a:rPr lang="en-US" sz="1800" b="1" dirty="0">
                <a:solidFill>
                  <a:schemeClr val="tx1"/>
                </a:solidFill>
                <a:latin typeface="+mj-lt"/>
              </a:rPr>
            </a:br>
            <a:r>
              <a:rPr lang="en-US" sz="1800" b="1" dirty="0">
                <a:solidFill>
                  <a:schemeClr val="tx1"/>
                </a:solidFill>
                <a:latin typeface="+mj-lt"/>
              </a:rPr>
              <a:t>Why switch to the Docker version?</a:t>
            </a:r>
            <a:endParaRPr lang="en-US" sz="1800" dirty="0">
              <a:solidFill>
                <a:schemeClr val="tx1"/>
              </a:solidFill>
              <a:latin typeface="+mj-lt"/>
            </a:endParaRPr>
          </a:p>
          <a:p>
            <a:pPr marL="285750" lvl="5" indent="-285750">
              <a:lnSpc>
                <a:spcPct val="150000"/>
              </a:lnSpc>
              <a:buFont typeface="Arial" panose="020B0604020202020204" pitchFamily="34" charset="0"/>
              <a:buChar char="•"/>
            </a:pPr>
            <a:r>
              <a:rPr lang="en-US" sz="1800" b="1" dirty="0">
                <a:solidFill>
                  <a:schemeClr val="tx1"/>
                </a:solidFill>
                <a:latin typeface="+mj-lt"/>
              </a:rPr>
              <a:t>Lower Weight :</a:t>
            </a:r>
            <a:r>
              <a:rPr lang="en-US" sz="1800" dirty="0">
                <a:solidFill>
                  <a:schemeClr val="tx1"/>
                </a:solidFill>
                <a:latin typeface="+mj-lt"/>
              </a:rPr>
              <a:t> Increases payload capacity or flight time.</a:t>
            </a:r>
          </a:p>
          <a:p>
            <a:pPr marL="285750" lvl="5" indent="-285750">
              <a:lnSpc>
                <a:spcPct val="150000"/>
              </a:lnSpc>
              <a:buFont typeface="Arial" panose="020B0604020202020204" pitchFamily="34" charset="0"/>
              <a:buChar char="•"/>
            </a:pPr>
            <a:r>
              <a:rPr lang="en-US" sz="1800" b="1" dirty="0">
                <a:solidFill>
                  <a:schemeClr val="tx1"/>
                </a:solidFill>
                <a:latin typeface="+mj-lt"/>
              </a:rPr>
              <a:t>Lower Costs :</a:t>
            </a:r>
            <a:r>
              <a:rPr lang="en-US" sz="1800" dirty="0">
                <a:solidFill>
                  <a:schemeClr val="tx1"/>
                </a:solidFill>
                <a:latin typeface="+mj-lt"/>
              </a:rPr>
              <a:t> Eliminates the need for additional HIVE hardware.</a:t>
            </a:r>
          </a:p>
          <a:p>
            <a:pPr marL="285750" lvl="5" indent="-285750">
              <a:lnSpc>
                <a:spcPct val="150000"/>
              </a:lnSpc>
              <a:buFont typeface="Arial" panose="020B0604020202020204" pitchFamily="34" charset="0"/>
              <a:buChar char="•"/>
            </a:pPr>
            <a:r>
              <a:rPr lang="en-US" sz="1800" b="1" dirty="0">
                <a:solidFill>
                  <a:schemeClr val="tx1"/>
                </a:solidFill>
                <a:latin typeface="+mj-lt"/>
              </a:rPr>
              <a:t>Compact Design :</a:t>
            </a:r>
            <a:r>
              <a:rPr lang="en-US" sz="1800" dirty="0">
                <a:solidFill>
                  <a:schemeClr val="tx1"/>
                </a:solidFill>
                <a:latin typeface="+mj-lt"/>
              </a:rPr>
              <a:t> Saves valuable space inside the airframe.</a:t>
            </a:r>
          </a:p>
          <a:p>
            <a:pPr marL="285750" lvl="5" indent="-285750">
              <a:lnSpc>
                <a:spcPct val="150000"/>
              </a:lnSpc>
              <a:buFont typeface="Arial" panose="020B0604020202020204" pitchFamily="34" charset="0"/>
              <a:buChar char="•"/>
            </a:pPr>
            <a:endParaRPr lang="en-US" sz="1800" dirty="0">
              <a:solidFill>
                <a:schemeClr val="tx1"/>
              </a:solidFill>
              <a:latin typeface="+mj-lt"/>
            </a:endParaRPr>
          </a:p>
          <a:p>
            <a:pPr>
              <a:lnSpc>
                <a:spcPct val="150000"/>
              </a:lnSpc>
            </a:pPr>
            <a:r>
              <a:rPr lang="en-US" sz="1800" dirty="0">
                <a:solidFill>
                  <a:schemeClr val="tx1"/>
                </a:solidFill>
                <a:latin typeface="+mj-lt"/>
              </a:rPr>
              <a:t>To ensure a smooth integration, please verify that your hardware meets the following requirements for our camera. </a:t>
            </a:r>
            <a:br>
              <a:rPr lang="en-US" sz="1800" dirty="0">
                <a:solidFill>
                  <a:schemeClr val="tx1"/>
                </a:solidFill>
                <a:latin typeface="+mj-lt"/>
              </a:rPr>
            </a:br>
            <a:r>
              <a:rPr lang="en-US" sz="1800" b="1" dirty="0">
                <a:solidFill>
                  <a:schemeClr val="tx1"/>
                </a:solidFill>
                <a:latin typeface="+mj-lt"/>
              </a:rPr>
              <a:t>Hardware Requirements - </a:t>
            </a:r>
          </a:p>
          <a:p>
            <a:pPr marL="285750" indent="-285750">
              <a:lnSpc>
                <a:spcPct val="150000"/>
              </a:lnSpc>
              <a:buFont typeface="Arial" panose="020B0604020202020204" pitchFamily="34" charset="0"/>
              <a:buChar char="•"/>
            </a:pPr>
            <a:r>
              <a:rPr lang="en-US" sz="1800" dirty="0">
                <a:solidFill>
                  <a:schemeClr val="tx1"/>
                </a:solidFill>
                <a:latin typeface="+mj-lt"/>
              </a:rPr>
              <a:t>Data Interface: A USB Type-C port must be available on your Jetson carrier board.</a:t>
            </a:r>
          </a:p>
          <a:p>
            <a:pPr marL="285750" indent="-285750">
              <a:lnSpc>
                <a:spcPct val="150000"/>
              </a:lnSpc>
              <a:buFont typeface="Arial" panose="020B0604020202020204" pitchFamily="34" charset="0"/>
              <a:buChar char="•"/>
            </a:pPr>
            <a:r>
              <a:rPr lang="en-US" sz="1800" dirty="0">
                <a:solidFill>
                  <a:schemeClr val="tx1"/>
                </a:solidFill>
                <a:latin typeface="+mj-lt"/>
              </a:rPr>
              <a:t>Power Supply: A dedicated 24V–32V power connection is required.</a:t>
            </a:r>
          </a:p>
          <a:p>
            <a:pPr lvl="5">
              <a:lnSpc>
                <a:spcPct val="150000"/>
              </a:lnSpc>
            </a:pPr>
            <a:endParaRPr lang="en-US" sz="1800" dirty="0">
              <a:solidFill>
                <a:schemeClr val="tx1"/>
              </a:solidFill>
              <a:latin typeface="+mj-lt"/>
            </a:endParaRPr>
          </a:p>
          <a:p>
            <a:pPr>
              <a:lnSpc>
                <a:spcPct val="150000"/>
              </a:lnSpc>
            </a:pPr>
            <a:r>
              <a:rPr lang="en-US" sz="1800" b="1" dirty="0">
                <a:solidFill>
                  <a:schemeClr val="tx1"/>
                </a:solidFill>
                <a:latin typeface="+mj-lt"/>
              </a:rPr>
              <a:t>Quick Start :</a:t>
            </a:r>
            <a:endParaRPr lang="en-US" sz="1800" dirty="0">
              <a:solidFill>
                <a:schemeClr val="tx1"/>
              </a:solidFill>
              <a:latin typeface="+mj-lt"/>
            </a:endParaRPr>
          </a:p>
          <a:p>
            <a:pPr marL="285750" indent="-285750">
              <a:lnSpc>
                <a:spcPct val="150000"/>
              </a:lnSpc>
              <a:buFont typeface="Arial" panose="020B0604020202020204" pitchFamily="34" charset="0"/>
              <a:buChar char="•"/>
            </a:pPr>
            <a:r>
              <a:rPr lang="en-US" sz="1800" dirty="0">
                <a:solidFill>
                  <a:schemeClr val="tx1"/>
                </a:solidFill>
                <a:latin typeface="+mj-lt"/>
              </a:rPr>
              <a:t>Connect to your Jetson and move the Docker package to the User Directory.</a:t>
            </a:r>
          </a:p>
          <a:p>
            <a:pPr marL="285750" indent="-285750">
              <a:lnSpc>
                <a:spcPct val="150000"/>
              </a:lnSpc>
              <a:buFont typeface="Arial" panose="020B0604020202020204" pitchFamily="34" charset="0"/>
              <a:buChar char="•"/>
            </a:pPr>
            <a:r>
              <a:rPr lang="en-US" sz="1800" dirty="0">
                <a:solidFill>
                  <a:schemeClr val="tx1"/>
                </a:solidFill>
                <a:latin typeface="+mj-lt"/>
              </a:rPr>
              <a:t>Follow the step-by-step guide located in the README file within the folder.</a:t>
            </a:r>
            <a:br>
              <a:rPr lang="en-US" sz="1800" dirty="0">
                <a:solidFill>
                  <a:schemeClr val="tx1"/>
                </a:solidFill>
                <a:latin typeface="+mj-lt"/>
              </a:rPr>
            </a:br>
            <a:endParaRPr lang="en-US" sz="1800" dirty="0">
              <a:solidFill>
                <a:schemeClr val="tx1"/>
              </a:solidFill>
              <a:latin typeface="+mj-lt"/>
            </a:endParaRPr>
          </a:p>
          <a:p>
            <a:pPr>
              <a:lnSpc>
                <a:spcPct val="150000"/>
              </a:lnSpc>
            </a:pPr>
            <a:r>
              <a:rPr lang="en-US" sz="1800" b="1" dirty="0">
                <a:solidFill>
                  <a:schemeClr val="tx1"/>
                </a:solidFill>
                <a:latin typeface="+mj-lt"/>
              </a:rPr>
              <a:t>Total Installation Time :</a:t>
            </a:r>
            <a:r>
              <a:rPr lang="en-US" sz="1800" dirty="0">
                <a:solidFill>
                  <a:schemeClr val="tx1"/>
                </a:solidFill>
                <a:latin typeface="+mj-lt"/>
              </a:rPr>
              <a:t> Approximately 90 minutes.</a:t>
            </a:r>
            <a:br>
              <a:rPr lang="en-US" sz="1800" dirty="0">
                <a:solidFill>
                  <a:schemeClr val="tx1"/>
                </a:solidFill>
                <a:latin typeface="+mj-lt"/>
              </a:rPr>
            </a:br>
            <a:endParaRPr lang="en-US" sz="1800" dirty="0">
              <a:solidFill>
                <a:schemeClr val="tx1"/>
              </a:solidFill>
              <a:latin typeface="+mj-lt"/>
            </a:endParaRPr>
          </a:p>
          <a:p>
            <a:pPr>
              <a:lnSpc>
                <a:spcPct val="150000"/>
              </a:lnSpc>
            </a:pPr>
            <a:endParaRPr lang="en-US" sz="1800" dirty="0">
              <a:solidFill>
                <a:schemeClr val="tx1"/>
              </a:solidFill>
              <a:latin typeface="+mj-lt"/>
            </a:endParaRPr>
          </a:p>
          <a:p>
            <a:pPr>
              <a:lnSpc>
                <a:spcPct val="150000"/>
              </a:lnSpc>
            </a:pPr>
            <a:r>
              <a:rPr lang="en-US" sz="2400" b="1" u="sng" dirty="0">
                <a:solidFill>
                  <a:schemeClr val="tx1"/>
                </a:solidFill>
                <a:latin typeface="+mj-lt"/>
              </a:rPr>
              <a:t>Post-installation, payload operation remains identical to the standard HIVE configuration.</a:t>
            </a:r>
            <a:br>
              <a:rPr lang="en-US" sz="2400" b="1" u="sng" dirty="0">
                <a:solidFill>
                  <a:schemeClr val="tx1"/>
                </a:solidFill>
                <a:latin typeface="+mj-lt"/>
              </a:rPr>
            </a:br>
            <a:endParaRPr lang="en-US" sz="2400" b="1" u="sng" dirty="0">
              <a:solidFill>
                <a:schemeClr val="tx1"/>
              </a:solidFill>
              <a:latin typeface="+mj-lt"/>
            </a:endParaRPr>
          </a:p>
          <a:p>
            <a:pPr>
              <a:lnSpc>
                <a:spcPct val="150000"/>
              </a:lnSpc>
            </a:pPr>
            <a:br>
              <a:rPr lang="en-US" sz="1800" dirty="0">
                <a:solidFill>
                  <a:schemeClr val="tx1"/>
                </a:solidFill>
                <a:latin typeface="+mj-lt"/>
              </a:rPr>
            </a:br>
            <a:endParaRPr lang="en-US" sz="1800" dirty="0">
              <a:solidFill>
                <a:schemeClr val="tx1"/>
              </a:solidFill>
              <a:latin typeface="+mj-lt"/>
            </a:endParaRPr>
          </a:p>
        </p:txBody>
      </p:sp>
      <p:sp>
        <p:nvSpPr>
          <p:cNvPr id="27" name="Google Shape;156;p23">
            <a:extLst>
              <a:ext uri="{FF2B5EF4-FFF2-40B4-BE49-F238E27FC236}">
                <a16:creationId xmlns:a16="http://schemas.microsoft.com/office/drawing/2014/main" id="{B7D42F55-135E-0C62-0D75-DAE81811BE08}"/>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lvl="0"/>
            <a:r>
              <a:rPr lang="da-DK" sz="8000"/>
              <a:t>Docker Basic Integration</a:t>
            </a:r>
            <a:endParaRPr/>
          </a:p>
        </p:txBody>
      </p:sp>
      <p:cxnSp>
        <p:nvCxnSpPr>
          <p:cNvPr id="5" name="Straight Connector 4">
            <a:extLst>
              <a:ext uri="{FF2B5EF4-FFF2-40B4-BE49-F238E27FC236}">
                <a16:creationId xmlns:a16="http://schemas.microsoft.com/office/drawing/2014/main" id="{FAE4471A-59C9-7151-DFDD-7F0623E4E33E}"/>
              </a:ext>
            </a:extLst>
          </p:cNvPr>
          <p:cNvCxnSpPr>
            <a:cxnSpLocks/>
          </p:cNvCxnSpPr>
          <p:nvPr/>
        </p:nvCxnSpPr>
        <p:spPr>
          <a:xfrm>
            <a:off x="12082077" y="7576944"/>
            <a:ext cx="3866105"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0400E21B-F405-ED79-E2E1-55FD534BFF5E}"/>
              </a:ext>
            </a:extLst>
          </p:cNvPr>
          <p:cNvSpPr/>
          <p:nvPr/>
        </p:nvSpPr>
        <p:spPr>
          <a:xfrm>
            <a:off x="11393805" y="6974551"/>
            <a:ext cx="3381375" cy="5536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24-32V Power connection</a:t>
            </a:r>
            <a:endParaRPr lang="he-IL">
              <a:solidFill>
                <a:sysClr val="windowText" lastClr="000000"/>
              </a:solidFill>
            </a:endParaRPr>
          </a:p>
        </p:txBody>
      </p:sp>
      <p:sp>
        <p:nvSpPr>
          <p:cNvPr id="11" name="Rectangle 10">
            <a:extLst>
              <a:ext uri="{FF2B5EF4-FFF2-40B4-BE49-F238E27FC236}">
                <a16:creationId xmlns:a16="http://schemas.microsoft.com/office/drawing/2014/main" id="{06F914C6-0BA6-B9DD-3D37-E736E2F8CEE0}"/>
              </a:ext>
            </a:extLst>
          </p:cNvPr>
          <p:cNvSpPr/>
          <p:nvPr/>
        </p:nvSpPr>
        <p:spPr>
          <a:xfrm>
            <a:off x="12813401" y="8662324"/>
            <a:ext cx="1858345" cy="488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Type C to Type C cable</a:t>
            </a:r>
            <a:endParaRPr lang="he-IL">
              <a:solidFill>
                <a:sysClr val="windowText" lastClr="000000"/>
              </a:solidFill>
            </a:endParaRPr>
          </a:p>
        </p:txBody>
      </p:sp>
      <p:pic>
        <p:nvPicPr>
          <p:cNvPr id="12" name="Picture 11">
            <a:extLst>
              <a:ext uri="{FF2B5EF4-FFF2-40B4-BE49-F238E27FC236}">
                <a16:creationId xmlns:a16="http://schemas.microsoft.com/office/drawing/2014/main" id="{7457267D-F13B-4E7B-76ED-751F424F4CFD}"/>
              </a:ext>
            </a:extLst>
          </p:cNvPr>
          <p:cNvPicPr>
            <a:picLocks noChangeAspect="1"/>
          </p:cNvPicPr>
          <p:nvPr/>
        </p:nvPicPr>
        <p:blipFill>
          <a:blip r:embed="rId3"/>
          <a:srcRect l="3565" t="7455" r="5506" b="11018"/>
          <a:stretch>
            <a:fillRect/>
          </a:stretch>
        </p:blipFill>
        <p:spPr>
          <a:xfrm>
            <a:off x="17752832" y="9135606"/>
            <a:ext cx="1609725" cy="1443298"/>
          </a:xfrm>
          <a:prstGeom prst="rect">
            <a:avLst/>
          </a:prstGeom>
        </p:spPr>
      </p:pic>
      <p:pic>
        <p:nvPicPr>
          <p:cNvPr id="13" name="Picture 12">
            <a:extLst>
              <a:ext uri="{FF2B5EF4-FFF2-40B4-BE49-F238E27FC236}">
                <a16:creationId xmlns:a16="http://schemas.microsoft.com/office/drawing/2014/main" id="{C522BB20-ABFB-943C-7573-3C1D09683795}"/>
              </a:ext>
            </a:extLst>
          </p:cNvPr>
          <p:cNvPicPr>
            <a:picLocks noChangeAspect="1"/>
          </p:cNvPicPr>
          <p:nvPr/>
        </p:nvPicPr>
        <p:blipFill>
          <a:blip r:embed="rId4"/>
          <a:stretch>
            <a:fillRect/>
          </a:stretch>
        </p:blipFill>
        <p:spPr>
          <a:xfrm>
            <a:off x="13338668" y="5778823"/>
            <a:ext cx="5219027" cy="5219027"/>
          </a:xfrm>
          <a:prstGeom prst="rect">
            <a:avLst/>
          </a:prstGeom>
        </p:spPr>
      </p:pic>
      <p:pic>
        <p:nvPicPr>
          <p:cNvPr id="15" name="Picture 14" descr="A black and white drawing of a camera&#10;&#10;AI-generated content may be incorrect.">
            <a:extLst>
              <a:ext uri="{FF2B5EF4-FFF2-40B4-BE49-F238E27FC236}">
                <a16:creationId xmlns:a16="http://schemas.microsoft.com/office/drawing/2014/main" id="{AFBC7E22-7BA4-D5D4-6D8E-73D25C4B08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88956" y="7957312"/>
            <a:ext cx="1624445" cy="2356589"/>
          </a:xfrm>
          <a:prstGeom prst="rect">
            <a:avLst/>
          </a:prstGeom>
        </p:spPr>
      </p:pic>
      <p:cxnSp>
        <p:nvCxnSpPr>
          <p:cNvPr id="16" name="Connector: Elbow 15">
            <a:extLst>
              <a:ext uri="{FF2B5EF4-FFF2-40B4-BE49-F238E27FC236}">
                <a16:creationId xmlns:a16="http://schemas.microsoft.com/office/drawing/2014/main" id="{C1D404FD-3455-5DBA-E816-1D4C83FD7D72}"/>
              </a:ext>
            </a:extLst>
          </p:cNvPr>
          <p:cNvCxnSpPr>
            <a:cxnSpLocks/>
          </p:cNvCxnSpPr>
          <p:nvPr/>
        </p:nvCxnSpPr>
        <p:spPr>
          <a:xfrm>
            <a:off x="12509167" y="8177539"/>
            <a:ext cx="2266013" cy="421597"/>
          </a:xfrm>
          <a:prstGeom prst="bentConnector3">
            <a:avLst>
              <a:gd name="adj1" fmla="val 50000"/>
            </a:avLst>
          </a:prstGeom>
          <a:ln w="28575">
            <a:solidFill>
              <a:srgbClr val="1D499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C33109A-F086-F77C-E342-E5126E84A0D5}"/>
              </a:ext>
            </a:extLst>
          </p:cNvPr>
          <p:cNvCxnSpPr>
            <a:cxnSpLocks/>
          </p:cNvCxnSpPr>
          <p:nvPr/>
        </p:nvCxnSpPr>
        <p:spPr>
          <a:xfrm flipV="1">
            <a:off x="12082077" y="7576944"/>
            <a:ext cx="0" cy="566736"/>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25" name="Picture 24">
            <a:extLst>
              <a:ext uri="{FF2B5EF4-FFF2-40B4-BE49-F238E27FC236}">
                <a16:creationId xmlns:a16="http://schemas.microsoft.com/office/drawing/2014/main" id="{2000EF5E-4DE9-E44A-E468-5EB2D1DF78C0}"/>
              </a:ext>
            </a:extLst>
          </p:cNvPr>
          <p:cNvPicPr>
            <a:picLocks noChangeAspect="1"/>
          </p:cNvPicPr>
          <p:nvPr/>
        </p:nvPicPr>
        <p:blipFill>
          <a:blip r:embed="rId3"/>
          <a:srcRect l="3565" t="7455" r="5506" b="11018"/>
          <a:stretch>
            <a:fillRect/>
          </a:stretch>
        </p:blipFill>
        <p:spPr>
          <a:xfrm>
            <a:off x="15691374" y="9832537"/>
            <a:ext cx="1609725" cy="1443298"/>
          </a:xfrm>
          <a:prstGeom prst="rect">
            <a:avLst/>
          </a:prstGeom>
        </p:spPr>
      </p:pic>
    </p:spTree>
    <p:extLst>
      <p:ext uri="{BB962C8B-B14F-4D97-AF65-F5344CB8AC3E}">
        <p14:creationId xmlns:p14="http://schemas.microsoft.com/office/powerpoint/2010/main" val="473399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500"/>
                                        <p:tgtEl>
                                          <p:spTgt spid="6">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fade">
                                      <p:cBhvr>
                                        <p:cTn id="47" dur="500"/>
                                        <p:tgtEl>
                                          <p:spTgt spid="6">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1" end="11"/>
                                            </p:txEl>
                                          </p:spTgt>
                                        </p:tgtEl>
                                        <p:attrNameLst>
                                          <p:attrName>style.visibility</p:attrName>
                                        </p:attrNameLst>
                                      </p:cBhvr>
                                      <p:to>
                                        <p:strVal val="visible"/>
                                      </p:to>
                                    </p:set>
                                    <p:animEffect transition="in" filter="fade">
                                      <p:cBhvr>
                                        <p:cTn id="52" dur="500"/>
                                        <p:tgtEl>
                                          <p:spTgt spid="6">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2" end="12"/>
                                            </p:txEl>
                                          </p:spTgt>
                                        </p:tgtEl>
                                        <p:attrNameLst>
                                          <p:attrName>style.visibility</p:attrName>
                                        </p:attrNameLst>
                                      </p:cBhvr>
                                      <p:to>
                                        <p:strVal val="visible"/>
                                      </p:to>
                                    </p:set>
                                    <p:animEffect transition="in" filter="fade">
                                      <p:cBhvr>
                                        <p:cTn id="57" dur="500"/>
                                        <p:tgtEl>
                                          <p:spTgt spid="6">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xEl>
                                              <p:pRg st="13" end="13"/>
                                            </p:txEl>
                                          </p:spTgt>
                                        </p:tgtEl>
                                        <p:attrNameLst>
                                          <p:attrName>style.visibility</p:attrName>
                                        </p:attrNameLst>
                                      </p:cBhvr>
                                      <p:to>
                                        <p:strVal val="visible"/>
                                      </p:to>
                                    </p:set>
                                    <p:animEffect transition="in" filter="fade">
                                      <p:cBhvr>
                                        <p:cTn id="62" dur="500"/>
                                        <p:tgtEl>
                                          <p:spTgt spid="6">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
                                            <p:txEl>
                                              <p:pRg st="15" end="15"/>
                                            </p:txEl>
                                          </p:spTgt>
                                        </p:tgtEl>
                                        <p:attrNameLst>
                                          <p:attrName>style.visibility</p:attrName>
                                        </p:attrNameLst>
                                      </p:cBhvr>
                                      <p:to>
                                        <p:strVal val="visible"/>
                                      </p:to>
                                    </p:set>
                                    <p:animEffect transition="in" filter="fade">
                                      <p:cBhvr>
                                        <p:cTn id="67" dur="500"/>
                                        <p:tgtEl>
                                          <p:spTgt spid="6">
                                            <p:txEl>
                                              <p:pRg st="15" end="1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
                                            <p:txEl>
                                              <p:pRg st="16" end="16"/>
                                            </p:txEl>
                                          </p:spTgt>
                                        </p:tgtEl>
                                        <p:attrNameLst>
                                          <p:attrName>style.visibility</p:attrName>
                                        </p:attrNameLst>
                                      </p:cBhvr>
                                      <p:to>
                                        <p:strVal val="visible"/>
                                      </p:to>
                                    </p:set>
                                    <p:animEffect transition="in" filter="fade">
                                      <p:cBhvr>
                                        <p:cTn id="72" dur="5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3BEE3A1A-AA33-370B-6A83-6CFDAFD6F3F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D622D44-1577-7A52-7B69-ACD7311AD2D4}"/>
              </a:ext>
            </a:extLst>
          </p:cNvPr>
          <p:cNvSpPr/>
          <p:nvPr/>
        </p:nvSpPr>
        <p:spPr>
          <a:xfrm>
            <a:off x="210967" y="2395241"/>
            <a:ext cx="19603323" cy="8949886"/>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sz="1800" dirty="0">
                <a:solidFill>
                  <a:schemeClr val="tx1"/>
                </a:solidFill>
              </a:rPr>
              <a:t>Alternatively, you may choose to keep the existing hardware configuration (Payload + HIVE) while integrating the payload controls directly into your own operating software via our </a:t>
            </a:r>
            <a:r>
              <a:rPr lang="en-US" sz="1800" b="1" dirty="0">
                <a:solidFill>
                  <a:schemeClr val="tx1"/>
                </a:solidFill>
              </a:rPr>
              <a:t>SDK</a:t>
            </a:r>
            <a:r>
              <a:rPr lang="en-US" sz="1800" dirty="0">
                <a:solidFill>
                  <a:schemeClr val="tx1"/>
                </a:solidFill>
              </a:rPr>
              <a:t>.</a:t>
            </a:r>
            <a:br>
              <a:rPr lang="en-US" sz="1800" dirty="0">
                <a:solidFill>
                  <a:schemeClr val="tx1"/>
                </a:solidFill>
              </a:rPr>
            </a:br>
            <a:endParaRPr lang="en-US" sz="1800" dirty="0">
              <a:solidFill>
                <a:schemeClr val="tx1"/>
              </a:solidFill>
            </a:endParaRPr>
          </a:p>
          <a:p>
            <a:pPr>
              <a:lnSpc>
                <a:spcPct val="150000"/>
              </a:lnSpc>
            </a:pPr>
            <a:r>
              <a:rPr lang="en-US" sz="1800" b="1" dirty="0">
                <a:solidFill>
                  <a:schemeClr val="tx1"/>
                </a:solidFill>
              </a:rPr>
              <a:t>Integration Steps:</a:t>
            </a:r>
            <a:endParaRPr lang="en-US" sz="1800" dirty="0">
              <a:solidFill>
                <a:schemeClr val="tx1"/>
              </a:solidFill>
            </a:endParaRPr>
          </a:p>
          <a:p>
            <a:pPr marL="285750" indent="-285750">
              <a:lnSpc>
                <a:spcPct val="150000"/>
              </a:lnSpc>
              <a:buFont typeface="Arial" panose="020B0604020202020204" pitchFamily="34" charset="0"/>
              <a:buChar char="•"/>
            </a:pPr>
            <a:r>
              <a:rPr lang="en-US" sz="1800" dirty="0">
                <a:solidFill>
                  <a:schemeClr val="tx1"/>
                </a:solidFill>
              </a:rPr>
              <a:t>Maintain the current hardware setup on your aircraft.</a:t>
            </a:r>
          </a:p>
          <a:p>
            <a:pPr marL="285750" indent="-285750">
              <a:lnSpc>
                <a:spcPct val="150000"/>
              </a:lnSpc>
              <a:buFont typeface="Arial" panose="020B0604020202020204" pitchFamily="34" charset="0"/>
              <a:buChar char="•"/>
            </a:pPr>
            <a:r>
              <a:rPr lang="en-US" sz="1800" dirty="0">
                <a:solidFill>
                  <a:schemeClr val="tx1"/>
                </a:solidFill>
              </a:rPr>
              <a:t>Access our </a:t>
            </a:r>
            <a:r>
              <a:rPr lang="en-US" sz="1800" b="1" dirty="0">
                <a:solidFill>
                  <a:schemeClr val="tx1"/>
                </a:solidFill>
              </a:rPr>
              <a:t>SDK Documentation</a:t>
            </a:r>
            <a:r>
              <a:rPr lang="en-US" sz="1800" dirty="0">
                <a:solidFill>
                  <a:schemeClr val="tx1"/>
                </a:solidFill>
              </a:rPr>
              <a:t> for comprehensive API references.</a:t>
            </a:r>
          </a:p>
          <a:p>
            <a:pPr marL="285750" indent="-285750">
              <a:lnSpc>
                <a:spcPct val="150000"/>
              </a:lnSpc>
              <a:buFont typeface="Arial" panose="020B0604020202020204" pitchFamily="34" charset="0"/>
              <a:buChar char="•"/>
            </a:pPr>
            <a:r>
              <a:rPr lang="en-US" sz="1800" dirty="0">
                <a:solidFill>
                  <a:schemeClr val="tx1"/>
                </a:solidFill>
              </a:rPr>
              <a:t>Follow the implementation guide to bridge our payload functions with your custom software.</a:t>
            </a:r>
          </a:p>
          <a:p>
            <a:pPr>
              <a:lnSpc>
                <a:spcPct val="150000"/>
              </a:lnSpc>
            </a:pPr>
            <a:endParaRPr lang="en-US" sz="1800" b="1" dirty="0">
              <a:solidFill>
                <a:schemeClr val="tx1"/>
              </a:solidFill>
            </a:endParaRPr>
          </a:p>
          <a:p>
            <a:pPr>
              <a:lnSpc>
                <a:spcPct val="150000"/>
              </a:lnSpc>
            </a:pPr>
            <a:r>
              <a:rPr lang="en-US" sz="1800" b="1" dirty="0">
                <a:solidFill>
                  <a:schemeClr val="tx1"/>
                </a:solidFill>
              </a:rPr>
              <a:t>Estimated Timeline:</a:t>
            </a:r>
            <a:endParaRPr lang="en-US" sz="1800" dirty="0">
              <a:solidFill>
                <a:schemeClr val="tx1"/>
              </a:solidFill>
            </a:endParaRPr>
          </a:p>
          <a:p>
            <a:pPr marL="285750" indent="-285750">
              <a:lnSpc>
                <a:spcPct val="150000"/>
              </a:lnSpc>
              <a:buFont typeface="Arial" panose="020B0604020202020204" pitchFamily="34" charset="0"/>
              <a:buChar char="•"/>
            </a:pPr>
            <a:r>
              <a:rPr lang="en-US" sz="1800" b="1" dirty="0">
                <a:solidFill>
                  <a:schemeClr val="tx1"/>
                </a:solidFill>
              </a:rPr>
              <a:t>Initial Setup:</a:t>
            </a:r>
            <a:r>
              <a:rPr lang="en-US" sz="1800" dirty="0">
                <a:solidFill>
                  <a:schemeClr val="tx1"/>
                </a:solidFill>
              </a:rPr>
              <a:t> 24–48 hours for basic command-and-control functionality.</a:t>
            </a:r>
          </a:p>
          <a:p>
            <a:pPr>
              <a:lnSpc>
                <a:spcPct val="150000"/>
              </a:lnSpc>
            </a:pPr>
            <a:br>
              <a:rPr lang="en-US" sz="1800" dirty="0">
                <a:solidFill>
                  <a:schemeClr val="tx1"/>
                </a:solidFill>
                <a:highlight>
                  <a:srgbClr val="FF0000"/>
                </a:highlight>
              </a:rPr>
            </a:br>
            <a:br>
              <a:rPr lang="en-US" sz="1800" dirty="0">
                <a:solidFill>
                  <a:schemeClr val="tx1"/>
                </a:solidFill>
                <a:highlight>
                  <a:srgbClr val="FF0000"/>
                </a:highlight>
              </a:rPr>
            </a:br>
            <a:r>
              <a:rPr lang="en-US" sz="1800" b="1" dirty="0">
                <a:solidFill>
                  <a:schemeClr val="accent4">
                    <a:lumMod val="75000"/>
                  </a:schemeClr>
                </a:solidFill>
                <a:highlight>
                  <a:srgbClr val="FF0000"/>
                </a:highlight>
              </a:rPr>
              <a:t>Link to SDK </a:t>
            </a:r>
            <a:r>
              <a:rPr lang="en-US" sz="1800" b="1" dirty="0" err="1">
                <a:solidFill>
                  <a:schemeClr val="accent4">
                    <a:lumMod val="75000"/>
                  </a:schemeClr>
                </a:solidFill>
                <a:highlight>
                  <a:srgbClr val="FF0000"/>
                </a:highlight>
              </a:rPr>
              <a:t>Documantation</a:t>
            </a:r>
            <a:r>
              <a:rPr lang="en-US" sz="1800" b="1" dirty="0">
                <a:solidFill>
                  <a:schemeClr val="accent4">
                    <a:lumMod val="75000"/>
                  </a:schemeClr>
                </a:solidFill>
                <a:highlight>
                  <a:srgbClr val="FF0000"/>
                </a:highlight>
              </a:rPr>
              <a:t> – XXXX ???</a:t>
            </a:r>
          </a:p>
        </p:txBody>
      </p:sp>
      <p:sp>
        <p:nvSpPr>
          <p:cNvPr id="27" name="Google Shape;156;p23">
            <a:extLst>
              <a:ext uri="{FF2B5EF4-FFF2-40B4-BE49-F238E27FC236}">
                <a16:creationId xmlns:a16="http://schemas.microsoft.com/office/drawing/2014/main" id="{10830C02-9FB8-2F00-2EA1-14BB35887750}"/>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lvl="0"/>
            <a:r>
              <a:rPr lang="en-US" sz="8000"/>
              <a:t>Payload + HIVE + SDK</a:t>
            </a:r>
            <a:endParaRPr/>
          </a:p>
        </p:txBody>
      </p:sp>
      <p:cxnSp>
        <p:nvCxnSpPr>
          <p:cNvPr id="5" name="Straight Connector 4">
            <a:extLst>
              <a:ext uri="{FF2B5EF4-FFF2-40B4-BE49-F238E27FC236}">
                <a16:creationId xmlns:a16="http://schemas.microsoft.com/office/drawing/2014/main" id="{98AB64F5-94AA-E5CC-272D-2D1291F02081}"/>
              </a:ext>
            </a:extLst>
          </p:cNvPr>
          <p:cNvCxnSpPr>
            <a:cxnSpLocks/>
          </p:cNvCxnSpPr>
          <p:nvPr/>
        </p:nvCxnSpPr>
        <p:spPr>
          <a:xfrm>
            <a:off x="11046822" y="6234840"/>
            <a:ext cx="492790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BCDFAF7B-A60C-F523-C421-1CBB96E082A3}"/>
              </a:ext>
            </a:extLst>
          </p:cNvPr>
          <p:cNvSpPr/>
          <p:nvPr/>
        </p:nvSpPr>
        <p:spPr>
          <a:xfrm>
            <a:off x="11394593" y="5644972"/>
            <a:ext cx="3381375" cy="5536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24-32V Power connection</a:t>
            </a:r>
            <a:endParaRPr lang="he-IL">
              <a:solidFill>
                <a:sysClr val="windowText" lastClr="000000"/>
              </a:solidFill>
            </a:endParaRPr>
          </a:p>
        </p:txBody>
      </p:sp>
      <p:pic>
        <p:nvPicPr>
          <p:cNvPr id="13" name="Picture 12">
            <a:extLst>
              <a:ext uri="{FF2B5EF4-FFF2-40B4-BE49-F238E27FC236}">
                <a16:creationId xmlns:a16="http://schemas.microsoft.com/office/drawing/2014/main" id="{D8B50BF2-42FC-C9BE-82F1-78DE40C346A3}"/>
              </a:ext>
            </a:extLst>
          </p:cNvPr>
          <p:cNvPicPr>
            <a:picLocks noChangeAspect="1"/>
          </p:cNvPicPr>
          <p:nvPr/>
        </p:nvPicPr>
        <p:blipFill>
          <a:blip r:embed="rId3"/>
          <a:stretch>
            <a:fillRect/>
          </a:stretch>
        </p:blipFill>
        <p:spPr>
          <a:xfrm>
            <a:off x="13233178" y="6824709"/>
            <a:ext cx="5219027" cy="5219027"/>
          </a:xfrm>
          <a:prstGeom prst="rect">
            <a:avLst/>
          </a:prstGeom>
        </p:spPr>
      </p:pic>
      <p:pic>
        <p:nvPicPr>
          <p:cNvPr id="15" name="Picture 14" descr="A black and white drawing of a camera&#10;&#10;AI-generated content may be incorrect.">
            <a:extLst>
              <a:ext uri="{FF2B5EF4-FFF2-40B4-BE49-F238E27FC236}">
                <a16:creationId xmlns:a16="http://schemas.microsoft.com/office/drawing/2014/main" id="{786D5882-FCB5-C897-D74B-9397A7D52C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14100" y="7632060"/>
            <a:ext cx="1624445" cy="2356589"/>
          </a:xfrm>
          <a:prstGeom prst="rect">
            <a:avLst/>
          </a:prstGeom>
        </p:spPr>
      </p:pic>
      <p:cxnSp>
        <p:nvCxnSpPr>
          <p:cNvPr id="16" name="Connector: Elbow 15">
            <a:extLst>
              <a:ext uri="{FF2B5EF4-FFF2-40B4-BE49-F238E27FC236}">
                <a16:creationId xmlns:a16="http://schemas.microsoft.com/office/drawing/2014/main" id="{6984DF66-1830-656F-9A9C-2C8F7B5C626A}"/>
              </a:ext>
            </a:extLst>
          </p:cNvPr>
          <p:cNvCxnSpPr>
            <a:cxnSpLocks/>
          </p:cNvCxnSpPr>
          <p:nvPr/>
        </p:nvCxnSpPr>
        <p:spPr>
          <a:xfrm flipV="1">
            <a:off x="11444176" y="8011849"/>
            <a:ext cx="1573029" cy="92040"/>
          </a:xfrm>
          <a:prstGeom prst="bentConnector3">
            <a:avLst>
              <a:gd name="adj1" fmla="val 50000"/>
            </a:avLst>
          </a:prstGeom>
          <a:ln w="28575">
            <a:solidFill>
              <a:srgbClr val="1D499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94599EF-27CB-A381-BCA2-905DBD37DD8E}"/>
              </a:ext>
            </a:extLst>
          </p:cNvPr>
          <p:cNvCxnSpPr>
            <a:cxnSpLocks/>
          </p:cNvCxnSpPr>
          <p:nvPr/>
        </p:nvCxnSpPr>
        <p:spPr>
          <a:xfrm flipV="1">
            <a:off x="11046822" y="6234840"/>
            <a:ext cx="0" cy="1583842"/>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2" name="Picture 1">
            <a:extLst>
              <a:ext uri="{FF2B5EF4-FFF2-40B4-BE49-F238E27FC236}">
                <a16:creationId xmlns:a16="http://schemas.microsoft.com/office/drawing/2014/main" id="{B9BEACAD-D0F1-4887-0EFB-656FB7471174}"/>
              </a:ext>
            </a:extLst>
          </p:cNvPr>
          <p:cNvPicPr>
            <a:picLocks noChangeAspect="1"/>
          </p:cNvPicPr>
          <p:nvPr/>
        </p:nvPicPr>
        <p:blipFill>
          <a:blip r:embed="rId5"/>
          <a:srcRect l="3565" t="7455" r="5506" b="11018"/>
          <a:stretch>
            <a:fillRect/>
          </a:stretch>
        </p:blipFill>
        <p:spPr>
          <a:xfrm>
            <a:off x="17881235" y="9267000"/>
            <a:ext cx="1609725" cy="1443298"/>
          </a:xfrm>
          <a:prstGeom prst="rect">
            <a:avLst/>
          </a:prstGeom>
        </p:spPr>
      </p:pic>
      <p:pic>
        <p:nvPicPr>
          <p:cNvPr id="7" name="Picture 6">
            <a:extLst>
              <a:ext uri="{FF2B5EF4-FFF2-40B4-BE49-F238E27FC236}">
                <a16:creationId xmlns:a16="http://schemas.microsoft.com/office/drawing/2014/main" id="{2E18B943-41A1-9936-9D60-C432E25D8461}"/>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0388" b="75234" l="30469" r="69336">
                        <a14:foregroundMark x1="48926" y1="35743" x2="56738" y2="49665"/>
                        <a14:foregroundMark x1="56738" y1="49665" x2="45605" y2="44846"/>
                        <a14:foregroundMark x1="45605" y1="44846" x2="45117" y2="44846"/>
                        <a14:foregroundMark x1="33594" y1="46185" x2="32910" y2="57697"/>
                        <a14:foregroundMark x1="35059" y1="42838" x2="30664" y2="53414"/>
                        <a14:foregroundMark x1="47461" y1="53280" x2="55957" y2="75502"/>
                        <a14:foregroundMark x1="55957" y1="75502" x2="59668" y2="59170"/>
                        <a14:foregroundMark x1="59668" y1="59170" x2="54004" y2="58501"/>
                        <a14:foregroundMark x1="57520" y1="52610" x2="69336" y2="48193"/>
                        <a14:foregroundMark x1="69336" y1="48193" x2="57422" y2="57697"/>
                        <a14:foregroundMark x1="57422" y1="57697" x2="57422" y2="57831"/>
                        <a14:foregroundMark x1="44238" y1="30656" x2="42383" y2="30388"/>
                      </a14:backgroundRemoval>
                    </a14:imgEffect>
                  </a14:imgLayer>
                </a14:imgProps>
              </a:ext>
              <a:ext uri="{28A0092B-C50C-407E-A947-70E740481C1C}">
                <a14:useLocalDpi xmlns:a14="http://schemas.microsoft.com/office/drawing/2010/main" val="0"/>
              </a:ext>
            </a:extLst>
          </a:blip>
          <a:srcRect l="27889" t="27900" r="28226" b="23702"/>
          <a:stretch>
            <a:fillRect/>
          </a:stretch>
        </p:blipFill>
        <p:spPr>
          <a:xfrm>
            <a:off x="11963917" y="6815763"/>
            <a:ext cx="1601157" cy="1288126"/>
          </a:xfrm>
          <a:prstGeom prst="rect">
            <a:avLst/>
          </a:prstGeom>
        </p:spPr>
      </p:pic>
      <p:cxnSp>
        <p:nvCxnSpPr>
          <p:cNvPr id="8" name="Straight Connector 7">
            <a:extLst>
              <a:ext uri="{FF2B5EF4-FFF2-40B4-BE49-F238E27FC236}">
                <a16:creationId xmlns:a16="http://schemas.microsoft.com/office/drawing/2014/main" id="{36C8AAA2-F757-AD19-9780-EECCB89529EF}"/>
              </a:ext>
            </a:extLst>
          </p:cNvPr>
          <p:cNvCxnSpPr>
            <a:cxnSpLocks/>
          </p:cNvCxnSpPr>
          <p:nvPr/>
        </p:nvCxnSpPr>
        <p:spPr>
          <a:xfrm flipH="1" flipV="1">
            <a:off x="15948181" y="6234840"/>
            <a:ext cx="26550" cy="226146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BF76042-4BCF-99CA-45E6-A48D7CD3C548}"/>
              </a:ext>
            </a:extLst>
          </p:cNvPr>
          <p:cNvCxnSpPr>
            <a:cxnSpLocks/>
          </p:cNvCxnSpPr>
          <p:nvPr/>
        </p:nvCxnSpPr>
        <p:spPr>
          <a:xfrm flipV="1">
            <a:off x="13134863" y="6247024"/>
            <a:ext cx="0" cy="826876"/>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24513F85-E7C4-F362-0F5A-F2BDEDC661AC}"/>
              </a:ext>
            </a:extLst>
          </p:cNvPr>
          <p:cNvSpPr/>
          <p:nvPr/>
        </p:nvSpPr>
        <p:spPr>
          <a:xfrm>
            <a:off x="11394593" y="8121100"/>
            <a:ext cx="1858345" cy="488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Type C to Type C cable</a:t>
            </a:r>
            <a:endParaRPr lang="he-IL">
              <a:solidFill>
                <a:sysClr val="windowText" lastClr="000000"/>
              </a:solidFill>
            </a:endParaRPr>
          </a:p>
        </p:txBody>
      </p:sp>
      <p:cxnSp>
        <p:nvCxnSpPr>
          <p:cNvPr id="25" name="Connector: Elbow 24">
            <a:extLst>
              <a:ext uri="{FF2B5EF4-FFF2-40B4-BE49-F238E27FC236}">
                <a16:creationId xmlns:a16="http://schemas.microsoft.com/office/drawing/2014/main" id="{1CC3D1F0-1077-0497-F8B9-336877337E9A}"/>
              </a:ext>
            </a:extLst>
          </p:cNvPr>
          <p:cNvCxnSpPr>
            <a:cxnSpLocks/>
            <a:stCxn id="7" idx="3"/>
          </p:cNvCxnSpPr>
          <p:nvPr/>
        </p:nvCxnSpPr>
        <p:spPr>
          <a:xfrm>
            <a:off x="13565074" y="7459826"/>
            <a:ext cx="1452185" cy="1612428"/>
          </a:xfrm>
          <a:prstGeom prst="bentConnector2">
            <a:avLst/>
          </a:prstGeom>
          <a:ln w="28575">
            <a:solidFill>
              <a:srgbClr val="1D4999"/>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412E7D17-6195-0B30-DF0F-1757D0152222}"/>
              </a:ext>
            </a:extLst>
          </p:cNvPr>
          <p:cNvSpPr/>
          <p:nvPr/>
        </p:nvSpPr>
        <p:spPr>
          <a:xfrm>
            <a:off x="13402364" y="6900816"/>
            <a:ext cx="1858345" cy="488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ETH Connection</a:t>
            </a:r>
            <a:endParaRPr lang="he-IL">
              <a:solidFill>
                <a:sysClr val="windowText" lastClr="000000"/>
              </a:solidFill>
            </a:endParaRPr>
          </a:p>
        </p:txBody>
      </p:sp>
    </p:spTree>
    <p:extLst>
      <p:ext uri="{BB962C8B-B14F-4D97-AF65-F5344CB8AC3E}">
        <p14:creationId xmlns:p14="http://schemas.microsoft.com/office/powerpoint/2010/main" val="218778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961A4A48-BFDA-DF35-77BD-95D8FD71D78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B7203FC-B211-94AC-7AF2-AAD9E3AAFF41}"/>
              </a:ext>
            </a:extLst>
          </p:cNvPr>
          <p:cNvSpPr/>
          <p:nvPr/>
        </p:nvSpPr>
        <p:spPr>
          <a:xfrm>
            <a:off x="210967" y="2395241"/>
            <a:ext cx="19603323" cy="8949886"/>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sz="1800" dirty="0">
                <a:solidFill>
                  <a:schemeClr val="tx2">
                    <a:lumMod val="10000"/>
                  </a:schemeClr>
                </a:solidFill>
              </a:rPr>
              <a:t>The most integrated solution combines our </a:t>
            </a:r>
            <a:r>
              <a:rPr lang="en-US" sz="1800" b="1" dirty="0">
                <a:solidFill>
                  <a:schemeClr val="tx2">
                    <a:lumMod val="10000"/>
                  </a:schemeClr>
                </a:solidFill>
              </a:rPr>
              <a:t>Docker-based payload software </a:t>
            </a:r>
            <a:r>
              <a:rPr lang="en-US" sz="1800" dirty="0">
                <a:solidFill>
                  <a:schemeClr val="tx2">
                    <a:lumMod val="10000"/>
                  </a:schemeClr>
                </a:solidFill>
              </a:rPr>
              <a:t>with your own </a:t>
            </a:r>
            <a:r>
              <a:rPr lang="en-US" sz="1800" b="1" dirty="0">
                <a:solidFill>
                  <a:schemeClr val="tx2">
                    <a:lumMod val="10000"/>
                  </a:schemeClr>
                </a:solidFill>
              </a:rPr>
              <a:t>custom software interface</a:t>
            </a:r>
            <a:r>
              <a:rPr lang="en-US" sz="1800" dirty="0">
                <a:solidFill>
                  <a:schemeClr val="tx2">
                    <a:lumMod val="10000"/>
                  </a:schemeClr>
                </a:solidFill>
              </a:rPr>
              <a:t> via the SDK. This removes the need for HIVE hardware and eliminates any "middle-man" interfaces, giving you direct control of the payload within your native environment.</a:t>
            </a:r>
            <a:br>
              <a:rPr lang="en-US" sz="1800" dirty="0">
                <a:solidFill>
                  <a:schemeClr val="tx2">
                    <a:lumMod val="10000"/>
                  </a:schemeClr>
                </a:solidFill>
              </a:rPr>
            </a:br>
            <a:endParaRPr lang="en-US" sz="1800" dirty="0">
              <a:solidFill>
                <a:schemeClr val="tx2">
                  <a:lumMod val="10000"/>
                </a:schemeClr>
              </a:solidFill>
            </a:endParaRPr>
          </a:p>
          <a:p>
            <a:pPr>
              <a:lnSpc>
                <a:spcPct val="150000"/>
              </a:lnSpc>
            </a:pPr>
            <a:r>
              <a:rPr lang="en-US" sz="1800" b="1" dirty="0">
                <a:solidFill>
                  <a:schemeClr val="tx2">
                    <a:lumMod val="10000"/>
                  </a:schemeClr>
                </a:solidFill>
              </a:rPr>
              <a:t>Hardware &amp; Software Requirements:</a:t>
            </a:r>
            <a:endParaRPr lang="en-US" sz="1800" dirty="0">
              <a:solidFill>
                <a:schemeClr val="tx2">
                  <a:lumMod val="10000"/>
                </a:schemeClr>
              </a:solidFill>
            </a:endParaRPr>
          </a:p>
          <a:p>
            <a:pPr marL="285750" indent="-285750">
              <a:lnSpc>
                <a:spcPct val="150000"/>
              </a:lnSpc>
              <a:buFont typeface="Arial" panose="020B0604020202020204" pitchFamily="34" charset="0"/>
              <a:buChar char="•"/>
            </a:pPr>
            <a:r>
              <a:rPr lang="en-US" sz="1800" b="1" dirty="0">
                <a:solidFill>
                  <a:schemeClr val="tx2">
                    <a:lumMod val="10000"/>
                  </a:schemeClr>
                </a:solidFill>
              </a:rPr>
              <a:t>Data:</a:t>
            </a:r>
            <a:r>
              <a:rPr lang="en-US" sz="1800" dirty="0">
                <a:solidFill>
                  <a:schemeClr val="tx2">
                    <a:lumMod val="10000"/>
                  </a:schemeClr>
                </a:solidFill>
              </a:rPr>
              <a:t> USB Type-C connection on your Jetson carrier.</a:t>
            </a:r>
          </a:p>
          <a:p>
            <a:pPr marL="285750" indent="-285750">
              <a:lnSpc>
                <a:spcPct val="150000"/>
              </a:lnSpc>
              <a:buFont typeface="Arial" panose="020B0604020202020204" pitchFamily="34" charset="0"/>
              <a:buChar char="•"/>
            </a:pPr>
            <a:r>
              <a:rPr lang="en-US" sz="1800" b="1" dirty="0">
                <a:solidFill>
                  <a:schemeClr val="tx2">
                    <a:lumMod val="10000"/>
                  </a:schemeClr>
                </a:solidFill>
              </a:rPr>
              <a:t>Power:</a:t>
            </a:r>
            <a:r>
              <a:rPr lang="en-US" sz="1800" dirty="0">
                <a:solidFill>
                  <a:schemeClr val="tx2">
                    <a:lumMod val="10000"/>
                  </a:schemeClr>
                </a:solidFill>
              </a:rPr>
              <a:t> Dedicated 24V–32V power supply to the payload.</a:t>
            </a:r>
          </a:p>
          <a:p>
            <a:pPr marL="285750" indent="-285750">
              <a:lnSpc>
                <a:spcPct val="150000"/>
              </a:lnSpc>
              <a:buFont typeface="Arial" panose="020B0604020202020204" pitchFamily="34" charset="0"/>
              <a:buChar char="•"/>
            </a:pPr>
            <a:r>
              <a:rPr lang="en-US" sz="1800" b="1" dirty="0">
                <a:solidFill>
                  <a:schemeClr val="tx2">
                    <a:lumMod val="10000"/>
                  </a:schemeClr>
                </a:solidFill>
              </a:rPr>
              <a:t>Files:</a:t>
            </a:r>
            <a:r>
              <a:rPr lang="en-US" sz="1800" dirty="0">
                <a:solidFill>
                  <a:schemeClr val="tx2">
                    <a:lumMod val="10000"/>
                  </a:schemeClr>
                </a:solidFill>
              </a:rPr>
              <a:t> Access to our </a:t>
            </a:r>
            <a:r>
              <a:rPr lang="en-US" sz="1800" b="1" dirty="0">
                <a:solidFill>
                  <a:schemeClr val="tx2">
                    <a:lumMod val="10000"/>
                  </a:schemeClr>
                </a:solidFill>
              </a:rPr>
              <a:t>Docker Image</a:t>
            </a:r>
            <a:r>
              <a:rPr lang="en-US" sz="1800" dirty="0">
                <a:solidFill>
                  <a:schemeClr val="tx2">
                    <a:lumMod val="10000"/>
                  </a:schemeClr>
                </a:solidFill>
              </a:rPr>
              <a:t> and </a:t>
            </a:r>
            <a:r>
              <a:rPr lang="en-US" sz="1800" b="1" dirty="0">
                <a:solidFill>
                  <a:schemeClr val="tx2">
                    <a:lumMod val="10000"/>
                  </a:schemeClr>
                </a:solidFill>
              </a:rPr>
              <a:t>SDK API Documentation</a:t>
            </a:r>
            <a:r>
              <a:rPr lang="en-US" sz="1800" dirty="0">
                <a:solidFill>
                  <a:schemeClr val="tx2">
                    <a:lumMod val="10000"/>
                  </a:schemeClr>
                </a:solidFill>
              </a:rPr>
              <a:t>.</a:t>
            </a:r>
          </a:p>
          <a:p>
            <a:pPr>
              <a:lnSpc>
                <a:spcPct val="150000"/>
              </a:lnSpc>
            </a:pPr>
            <a:endParaRPr lang="en-US" sz="1800" b="1" dirty="0">
              <a:solidFill>
                <a:schemeClr val="tx2">
                  <a:lumMod val="10000"/>
                </a:schemeClr>
              </a:solidFill>
            </a:endParaRPr>
          </a:p>
          <a:p>
            <a:pPr>
              <a:lnSpc>
                <a:spcPct val="150000"/>
              </a:lnSpc>
            </a:pPr>
            <a:r>
              <a:rPr lang="en-US" sz="1800" b="1" dirty="0">
                <a:solidFill>
                  <a:schemeClr val="tx2">
                    <a:lumMod val="10000"/>
                  </a:schemeClr>
                </a:solidFill>
              </a:rPr>
              <a:t>Advantages:</a:t>
            </a:r>
            <a:endParaRPr lang="en-US" sz="1800" dirty="0">
              <a:solidFill>
                <a:schemeClr val="tx2">
                  <a:lumMod val="10000"/>
                </a:schemeClr>
              </a:solidFill>
            </a:endParaRPr>
          </a:p>
          <a:p>
            <a:pPr marL="285750" indent="-285750">
              <a:lnSpc>
                <a:spcPct val="150000"/>
              </a:lnSpc>
              <a:buFont typeface="Arial" panose="020B0604020202020204" pitchFamily="34" charset="0"/>
              <a:buChar char="•"/>
            </a:pPr>
            <a:r>
              <a:rPr lang="en-US" sz="1800" b="1" dirty="0">
                <a:solidFill>
                  <a:schemeClr val="tx2">
                    <a:lumMod val="10000"/>
                  </a:schemeClr>
                </a:solidFill>
              </a:rPr>
              <a:t>Zero "Middle Agents":</a:t>
            </a:r>
            <a:r>
              <a:rPr lang="en-US" sz="1800" dirty="0">
                <a:solidFill>
                  <a:schemeClr val="tx2">
                    <a:lumMod val="10000"/>
                  </a:schemeClr>
                </a:solidFill>
              </a:rPr>
              <a:t> Complete, direct control through your proprietary software.</a:t>
            </a:r>
          </a:p>
          <a:p>
            <a:pPr marL="285750" indent="-285750">
              <a:lnSpc>
                <a:spcPct val="150000"/>
              </a:lnSpc>
              <a:buFont typeface="Arial" panose="020B0604020202020204" pitchFamily="34" charset="0"/>
              <a:buChar char="•"/>
            </a:pPr>
            <a:r>
              <a:rPr lang="en-US" sz="1800" b="1" dirty="0">
                <a:solidFill>
                  <a:schemeClr val="tx2">
                    <a:lumMod val="10000"/>
                  </a:schemeClr>
                </a:solidFill>
              </a:rPr>
              <a:t>Minimum Footprint:</a:t>
            </a:r>
            <a:r>
              <a:rPr lang="en-US" sz="1800" dirty="0">
                <a:solidFill>
                  <a:schemeClr val="tx2">
                    <a:lumMod val="10000"/>
                  </a:schemeClr>
                </a:solidFill>
              </a:rPr>
              <a:t> Maximum weight and space savings by utilizing your onboard Jetson Orin NX.</a:t>
            </a:r>
          </a:p>
          <a:p>
            <a:pPr>
              <a:lnSpc>
                <a:spcPct val="150000"/>
              </a:lnSpc>
            </a:pPr>
            <a:endParaRPr lang="en-US" sz="1800" b="1" dirty="0">
              <a:solidFill>
                <a:schemeClr val="tx2">
                  <a:lumMod val="10000"/>
                </a:schemeClr>
              </a:solidFill>
            </a:endParaRPr>
          </a:p>
          <a:p>
            <a:pPr>
              <a:lnSpc>
                <a:spcPct val="150000"/>
              </a:lnSpc>
            </a:pPr>
            <a:r>
              <a:rPr lang="en-US" sz="1800" b="1" dirty="0">
                <a:solidFill>
                  <a:schemeClr val="tx2">
                    <a:lumMod val="10000"/>
                  </a:schemeClr>
                </a:solidFill>
              </a:rPr>
              <a:t>Estimated Timeline:</a:t>
            </a:r>
            <a:endParaRPr lang="en-US" sz="1800" dirty="0">
              <a:solidFill>
                <a:schemeClr val="tx2">
                  <a:lumMod val="10000"/>
                </a:schemeClr>
              </a:solidFill>
            </a:endParaRPr>
          </a:p>
          <a:p>
            <a:pPr marL="285750" indent="-285750">
              <a:lnSpc>
                <a:spcPct val="150000"/>
              </a:lnSpc>
              <a:buFont typeface="Arial" panose="020B0604020202020204" pitchFamily="34" charset="0"/>
              <a:buChar char="•"/>
            </a:pPr>
            <a:r>
              <a:rPr lang="en-US" sz="1800" b="1" dirty="0">
                <a:solidFill>
                  <a:schemeClr val="tx2">
                    <a:lumMod val="10000"/>
                  </a:schemeClr>
                </a:solidFill>
              </a:rPr>
              <a:t>Total Installation &amp; Integration:</a:t>
            </a:r>
            <a:r>
              <a:rPr lang="en-US" sz="1800" dirty="0">
                <a:solidFill>
                  <a:schemeClr val="tx2">
                    <a:lumMod val="10000"/>
                  </a:schemeClr>
                </a:solidFill>
              </a:rPr>
              <a:t> ~48 hours for basic operational status.</a:t>
            </a:r>
          </a:p>
          <a:p>
            <a:pPr>
              <a:lnSpc>
                <a:spcPct val="150000"/>
              </a:lnSpc>
            </a:pPr>
            <a:br>
              <a:rPr lang="en-US" sz="1800" dirty="0">
                <a:solidFill>
                  <a:schemeClr val="tx2">
                    <a:lumMod val="10000"/>
                  </a:schemeClr>
                </a:solidFill>
                <a:latin typeface="+mj-lt"/>
              </a:rPr>
            </a:br>
            <a:endParaRPr lang="en-US" sz="1800" dirty="0">
              <a:solidFill>
                <a:schemeClr val="tx2">
                  <a:lumMod val="10000"/>
                </a:schemeClr>
              </a:solidFill>
              <a:latin typeface="+mj-lt"/>
            </a:endParaRPr>
          </a:p>
          <a:p>
            <a:pPr>
              <a:lnSpc>
                <a:spcPct val="150000"/>
              </a:lnSpc>
            </a:pPr>
            <a:br>
              <a:rPr lang="en-US" sz="1800" dirty="0">
                <a:solidFill>
                  <a:schemeClr val="tx2">
                    <a:lumMod val="10000"/>
                  </a:schemeClr>
                </a:solidFill>
                <a:latin typeface="+mj-lt"/>
              </a:rPr>
            </a:br>
            <a:endParaRPr lang="en-US" sz="1800" dirty="0">
              <a:solidFill>
                <a:schemeClr val="tx2">
                  <a:lumMod val="10000"/>
                </a:schemeClr>
              </a:solidFill>
              <a:latin typeface="+mj-lt"/>
            </a:endParaRPr>
          </a:p>
        </p:txBody>
      </p:sp>
      <p:sp>
        <p:nvSpPr>
          <p:cNvPr id="27" name="Google Shape;156;p23">
            <a:extLst>
              <a:ext uri="{FF2B5EF4-FFF2-40B4-BE49-F238E27FC236}">
                <a16:creationId xmlns:a16="http://schemas.microsoft.com/office/drawing/2014/main" id="{9F8C3574-22B1-BB67-B43C-128CC397A56B}"/>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lvl="0"/>
            <a:r>
              <a:rPr lang="da-DK" sz="8000"/>
              <a:t>Payload + Docker + SDK</a:t>
            </a:r>
            <a:endParaRPr/>
          </a:p>
        </p:txBody>
      </p:sp>
      <p:cxnSp>
        <p:nvCxnSpPr>
          <p:cNvPr id="5" name="Straight Connector 4">
            <a:extLst>
              <a:ext uri="{FF2B5EF4-FFF2-40B4-BE49-F238E27FC236}">
                <a16:creationId xmlns:a16="http://schemas.microsoft.com/office/drawing/2014/main" id="{2AB7F420-BECB-D5E0-1117-E2FA0A056DC6}"/>
              </a:ext>
            </a:extLst>
          </p:cNvPr>
          <p:cNvCxnSpPr>
            <a:cxnSpLocks/>
          </p:cNvCxnSpPr>
          <p:nvPr/>
        </p:nvCxnSpPr>
        <p:spPr>
          <a:xfrm>
            <a:off x="12082077" y="7576944"/>
            <a:ext cx="3866105"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3FD21D7F-63EC-8EC2-A1DA-09FF1D155E1A}"/>
              </a:ext>
            </a:extLst>
          </p:cNvPr>
          <p:cNvSpPr/>
          <p:nvPr/>
        </p:nvSpPr>
        <p:spPr>
          <a:xfrm>
            <a:off x="11393805" y="6974551"/>
            <a:ext cx="3381375" cy="5536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24-32V Power connection</a:t>
            </a:r>
            <a:endParaRPr lang="he-IL">
              <a:solidFill>
                <a:sysClr val="windowText" lastClr="000000"/>
              </a:solidFill>
            </a:endParaRPr>
          </a:p>
        </p:txBody>
      </p:sp>
      <p:sp>
        <p:nvSpPr>
          <p:cNvPr id="11" name="Rectangle 10">
            <a:extLst>
              <a:ext uri="{FF2B5EF4-FFF2-40B4-BE49-F238E27FC236}">
                <a16:creationId xmlns:a16="http://schemas.microsoft.com/office/drawing/2014/main" id="{860F48E8-E026-FD84-C283-3FFE55579270}"/>
              </a:ext>
            </a:extLst>
          </p:cNvPr>
          <p:cNvSpPr/>
          <p:nvPr/>
        </p:nvSpPr>
        <p:spPr>
          <a:xfrm>
            <a:off x="12813401" y="8662324"/>
            <a:ext cx="1858345" cy="488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solidFill>
                  <a:sysClr val="windowText" lastClr="000000"/>
                </a:solidFill>
              </a:rPr>
              <a:t>Type C to Type C cable</a:t>
            </a:r>
            <a:endParaRPr lang="he-IL">
              <a:solidFill>
                <a:sysClr val="windowText" lastClr="000000"/>
              </a:solidFill>
            </a:endParaRPr>
          </a:p>
        </p:txBody>
      </p:sp>
      <p:pic>
        <p:nvPicPr>
          <p:cNvPr id="12" name="Picture 11">
            <a:extLst>
              <a:ext uri="{FF2B5EF4-FFF2-40B4-BE49-F238E27FC236}">
                <a16:creationId xmlns:a16="http://schemas.microsoft.com/office/drawing/2014/main" id="{3E9A715D-E511-5BA2-F5E2-2E35396CA6C4}"/>
              </a:ext>
            </a:extLst>
          </p:cNvPr>
          <p:cNvPicPr>
            <a:picLocks noChangeAspect="1"/>
          </p:cNvPicPr>
          <p:nvPr/>
        </p:nvPicPr>
        <p:blipFill>
          <a:blip r:embed="rId3"/>
          <a:srcRect l="3565" t="7455" r="5506" b="11018"/>
          <a:stretch>
            <a:fillRect/>
          </a:stretch>
        </p:blipFill>
        <p:spPr>
          <a:xfrm>
            <a:off x="17752832" y="9135606"/>
            <a:ext cx="1609725" cy="1443298"/>
          </a:xfrm>
          <a:prstGeom prst="rect">
            <a:avLst/>
          </a:prstGeom>
        </p:spPr>
      </p:pic>
      <p:pic>
        <p:nvPicPr>
          <p:cNvPr id="13" name="Picture 12">
            <a:extLst>
              <a:ext uri="{FF2B5EF4-FFF2-40B4-BE49-F238E27FC236}">
                <a16:creationId xmlns:a16="http://schemas.microsoft.com/office/drawing/2014/main" id="{ECFD0540-CF3E-8E20-8538-FD03E7EA4D41}"/>
              </a:ext>
            </a:extLst>
          </p:cNvPr>
          <p:cNvPicPr>
            <a:picLocks noChangeAspect="1"/>
          </p:cNvPicPr>
          <p:nvPr/>
        </p:nvPicPr>
        <p:blipFill>
          <a:blip r:embed="rId4"/>
          <a:stretch>
            <a:fillRect/>
          </a:stretch>
        </p:blipFill>
        <p:spPr>
          <a:xfrm>
            <a:off x="13338668" y="5778823"/>
            <a:ext cx="5219027" cy="5219027"/>
          </a:xfrm>
          <a:prstGeom prst="rect">
            <a:avLst/>
          </a:prstGeom>
        </p:spPr>
      </p:pic>
      <p:pic>
        <p:nvPicPr>
          <p:cNvPr id="15" name="Picture 14" descr="A black and white drawing of a camera&#10;&#10;AI-generated content may be incorrect.">
            <a:extLst>
              <a:ext uri="{FF2B5EF4-FFF2-40B4-BE49-F238E27FC236}">
                <a16:creationId xmlns:a16="http://schemas.microsoft.com/office/drawing/2014/main" id="{D17DBB2F-2CFE-0D12-81A0-02DBC9EF8A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88956" y="7957312"/>
            <a:ext cx="1624445" cy="2356589"/>
          </a:xfrm>
          <a:prstGeom prst="rect">
            <a:avLst/>
          </a:prstGeom>
        </p:spPr>
      </p:pic>
      <p:cxnSp>
        <p:nvCxnSpPr>
          <p:cNvPr id="16" name="Connector: Elbow 15">
            <a:extLst>
              <a:ext uri="{FF2B5EF4-FFF2-40B4-BE49-F238E27FC236}">
                <a16:creationId xmlns:a16="http://schemas.microsoft.com/office/drawing/2014/main" id="{DE4C1A8C-1FCA-36FB-24F0-5D95D2FFF7D8}"/>
              </a:ext>
            </a:extLst>
          </p:cNvPr>
          <p:cNvCxnSpPr>
            <a:cxnSpLocks/>
          </p:cNvCxnSpPr>
          <p:nvPr/>
        </p:nvCxnSpPr>
        <p:spPr>
          <a:xfrm>
            <a:off x="12509167" y="8177539"/>
            <a:ext cx="2266013" cy="421597"/>
          </a:xfrm>
          <a:prstGeom prst="bentConnector3">
            <a:avLst>
              <a:gd name="adj1" fmla="val 50000"/>
            </a:avLst>
          </a:prstGeom>
          <a:ln w="28575">
            <a:solidFill>
              <a:srgbClr val="1D499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9152C13-08F3-F2D6-F510-5E690CBD049B}"/>
              </a:ext>
            </a:extLst>
          </p:cNvPr>
          <p:cNvCxnSpPr>
            <a:cxnSpLocks/>
          </p:cNvCxnSpPr>
          <p:nvPr/>
        </p:nvCxnSpPr>
        <p:spPr>
          <a:xfrm flipV="1">
            <a:off x="12082077" y="7576944"/>
            <a:ext cx="0" cy="566736"/>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4518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500"/>
                                        <p:tgtEl>
                                          <p:spTgt spid="6">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fade">
                                      <p:cBhvr>
                                        <p:cTn id="47" dur="500"/>
                                        <p:tgtEl>
                                          <p:spTgt spid="6">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1" end="11"/>
                                            </p:txEl>
                                          </p:spTgt>
                                        </p:tgtEl>
                                        <p:attrNameLst>
                                          <p:attrName>style.visibility</p:attrName>
                                        </p:attrNameLst>
                                      </p:cBhvr>
                                      <p:to>
                                        <p:strVal val="visible"/>
                                      </p:to>
                                    </p:set>
                                    <p:animEffect transition="in" filter="fade">
                                      <p:cBhvr>
                                        <p:cTn id="52" dur="500"/>
                                        <p:tgtEl>
                                          <p:spTgt spid="6">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2" end="12"/>
                                            </p:txEl>
                                          </p:spTgt>
                                        </p:tgtEl>
                                        <p:attrNameLst>
                                          <p:attrName>style.visibility</p:attrName>
                                        </p:attrNameLst>
                                      </p:cBhvr>
                                      <p:to>
                                        <p:strVal val="visible"/>
                                      </p:to>
                                    </p:set>
                                    <p:animEffect transition="in" filter="fade">
                                      <p:cBhvr>
                                        <p:cTn id="57" dur="500"/>
                                        <p:tgtEl>
                                          <p:spTgt spid="6">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xEl>
                                              <p:pRg st="13" end="13"/>
                                            </p:txEl>
                                          </p:spTgt>
                                        </p:tgtEl>
                                        <p:attrNameLst>
                                          <p:attrName>style.visibility</p:attrName>
                                        </p:attrNameLst>
                                      </p:cBhvr>
                                      <p:to>
                                        <p:strVal val="visible"/>
                                      </p:to>
                                    </p:set>
                                    <p:animEffect transition="in" filter="fade">
                                      <p:cBhvr>
                                        <p:cTn id="62" dur="500"/>
                                        <p:tgtEl>
                                          <p:spTgt spid="6">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7">
          <a:extLst>
            <a:ext uri="{FF2B5EF4-FFF2-40B4-BE49-F238E27FC236}">
              <a16:creationId xmlns:a16="http://schemas.microsoft.com/office/drawing/2014/main" id="{0466213A-9B02-724E-D663-D185A67429B1}"/>
            </a:ext>
          </a:extLst>
        </p:cNvPr>
        <p:cNvGrpSpPr/>
        <p:nvPr/>
      </p:nvGrpSpPr>
      <p:grpSpPr>
        <a:xfrm>
          <a:off x="0" y="0"/>
          <a:ext cx="0" cy="0"/>
          <a:chOff x="0" y="0"/>
          <a:chExt cx="0" cy="0"/>
        </a:xfrm>
      </p:grpSpPr>
      <p:pic>
        <p:nvPicPr>
          <p:cNvPr id="138" name="Google Shape;138;p21" title="MICRO300_(MS30-102)_02.png">
            <a:extLst>
              <a:ext uri="{FF2B5EF4-FFF2-40B4-BE49-F238E27FC236}">
                <a16:creationId xmlns:a16="http://schemas.microsoft.com/office/drawing/2014/main" id="{B14150EE-14DF-B140-4561-F50BACA8F206}"/>
              </a:ext>
            </a:extLst>
          </p:cNvPr>
          <p:cNvPicPr preferRelativeResize="0"/>
          <p:nvPr/>
        </p:nvPicPr>
        <p:blipFill rotWithShape="1">
          <a:blip r:embed="rId3">
            <a:alphaModFix/>
          </a:blip>
          <a:srcRect/>
          <a:stretch/>
        </p:blipFill>
        <p:spPr>
          <a:xfrm>
            <a:off x="12295015" y="395111"/>
            <a:ext cx="6808350" cy="10134774"/>
          </a:xfrm>
          <a:prstGeom prst="rect">
            <a:avLst/>
          </a:prstGeom>
          <a:noFill/>
          <a:ln>
            <a:noFill/>
          </a:ln>
        </p:spPr>
      </p:pic>
      <p:sp>
        <p:nvSpPr>
          <p:cNvPr id="139" name="Google Shape;139;p21">
            <a:extLst>
              <a:ext uri="{FF2B5EF4-FFF2-40B4-BE49-F238E27FC236}">
                <a16:creationId xmlns:a16="http://schemas.microsoft.com/office/drawing/2014/main" id="{46F709D1-62E4-187E-7D10-70F6DDC8D7EF}"/>
              </a:ext>
            </a:extLst>
          </p:cNvPr>
          <p:cNvSpPr txBox="1">
            <a:spLocks noGrp="1"/>
          </p:cNvSpPr>
          <p:nvPr>
            <p:ph type="title"/>
          </p:nvPr>
        </p:nvSpPr>
        <p:spPr>
          <a:xfrm>
            <a:off x="2830286" y="4852987"/>
            <a:ext cx="7105464" cy="1563600"/>
          </a:xfrm>
          <a:prstGeom prst="rect">
            <a:avLst/>
          </a:prstGeom>
          <a:noFill/>
          <a:ln>
            <a:noFill/>
          </a:ln>
        </p:spPr>
        <p:txBody>
          <a:bodyPr spcFirstLastPara="1" wrap="square" lIns="91425" tIns="45700" rIns="91425" bIns="45700" anchor="ctr" anchorCtr="0">
            <a:noAutofit/>
          </a:bodyPr>
          <a:lstStyle/>
          <a:p>
            <a:pPr marL="0" lvl="0" indent="0" algn="ctr" rtl="0">
              <a:lnSpc>
                <a:spcPct val="110000"/>
              </a:lnSpc>
              <a:spcBef>
                <a:spcPts val="0"/>
              </a:spcBef>
              <a:spcAft>
                <a:spcPts val="0"/>
              </a:spcAft>
              <a:buClr>
                <a:schemeClr val="dk1"/>
              </a:buClr>
              <a:buSzPts val="7800"/>
              <a:buFont typeface="Arial"/>
              <a:buNone/>
            </a:pPr>
            <a:r>
              <a:rPr lang="en-US">
                <a:solidFill>
                  <a:srgbClr val="A0FF75"/>
                </a:solidFill>
              </a:rPr>
              <a:t>Web-Access User Manual</a:t>
            </a:r>
            <a:endParaRPr>
              <a:solidFill>
                <a:srgbClr val="A0FF75"/>
              </a:solidFill>
            </a:endParaRPr>
          </a:p>
        </p:txBody>
      </p:sp>
      <p:pic>
        <p:nvPicPr>
          <p:cNvPr id="140" name="Google Shape;140;p21">
            <a:extLst>
              <a:ext uri="{FF2B5EF4-FFF2-40B4-BE49-F238E27FC236}">
                <a16:creationId xmlns:a16="http://schemas.microsoft.com/office/drawing/2014/main" id="{65FD0DD9-4189-A636-8496-94CCE9B5CC12}"/>
              </a:ext>
            </a:extLst>
          </p:cNvPr>
          <p:cNvPicPr preferRelativeResize="0"/>
          <p:nvPr/>
        </p:nvPicPr>
        <p:blipFill rotWithShape="1">
          <a:blip r:embed="rId4">
            <a:alphaModFix/>
          </a:blip>
          <a:srcRect/>
          <a:stretch/>
        </p:blipFill>
        <p:spPr>
          <a:xfrm>
            <a:off x="22057750" y="269400"/>
            <a:ext cx="2535900" cy="399975"/>
          </a:xfrm>
          <a:prstGeom prst="rect">
            <a:avLst/>
          </a:prstGeom>
          <a:noFill/>
          <a:ln>
            <a:noFill/>
          </a:ln>
        </p:spPr>
      </p:pic>
      <p:pic>
        <p:nvPicPr>
          <p:cNvPr id="141" name="Google Shape;141;p21">
            <a:extLst>
              <a:ext uri="{FF2B5EF4-FFF2-40B4-BE49-F238E27FC236}">
                <a16:creationId xmlns:a16="http://schemas.microsoft.com/office/drawing/2014/main" id="{E466E8DD-7117-B798-EAD5-1199D97921C7}"/>
              </a:ext>
            </a:extLst>
          </p:cNvPr>
          <p:cNvPicPr preferRelativeResize="0"/>
          <p:nvPr/>
        </p:nvPicPr>
        <p:blipFill rotWithShape="1">
          <a:blip r:embed="rId5">
            <a:alphaModFix/>
          </a:blip>
          <a:srcRect/>
          <a:stretch/>
        </p:blipFill>
        <p:spPr>
          <a:xfrm rot="-5400000">
            <a:off x="2178775" y="2030142"/>
            <a:ext cx="3432356" cy="3432356"/>
          </a:xfrm>
          <a:prstGeom prst="rect">
            <a:avLst/>
          </a:prstGeom>
          <a:noFill/>
          <a:ln>
            <a:noFill/>
          </a:ln>
        </p:spPr>
      </p:pic>
      <p:pic>
        <p:nvPicPr>
          <p:cNvPr id="142" name="Google Shape;142;p21">
            <a:extLst>
              <a:ext uri="{FF2B5EF4-FFF2-40B4-BE49-F238E27FC236}">
                <a16:creationId xmlns:a16="http://schemas.microsoft.com/office/drawing/2014/main" id="{CC1B921A-CDBA-2DA5-F78B-6CBDC3667A68}"/>
              </a:ext>
            </a:extLst>
          </p:cNvPr>
          <p:cNvPicPr preferRelativeResize="0"/>
          <p:nvPr/>
        </p:nvPicPr>
        <p:blipFill rotWithShape="1">
          <a:blip r:embed="rId6">
            <a:alphaModFix/>
          </a:blip>
          <a:srcRect/>
          <a:stretch/>
        </p:blipFill>
        <p:spPr>
          <a:xfrm rot="10800000">
            <a:off x="7052994" y="6416576"/>
            <a:ext cx="3432356" cy="3432356"/>
          </a:xfrm>
          <a:prstGeom prst="rect">
            <a:avLst/>
          </a:prstGeom>
          <a:noFill/>
          <a:ln>
            <a:noFill/>
          </a:ln>
        </p:spPr>
      </p:pic>
    </p:spTree>
    <p:extLst>
      <p:ext uri="{BB962C8B-B14F-4D97-AF65-F5344CB8AC3E}">
        <p14:creationId xmlns:p14="http://schemas.microsoft.com/office/powerpoint/2010/main" val="462648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5426D1C3-3666-D2E5-300D-AFD2E60A7279}"/>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DA445CE1-78FD-84CF-5582-841357D16ED1}"/>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2"/>
              </a:buClr>
              <a:buSzPts val="7800"/>
              <a:buFont typeface="Arial"/>
              <a:buNone/>
            </a:pPr>
            <a:r>
              <a:rPr lang="en-US"/>
              <a:t>Web-Access Explained </a:t>
            </a:r>
            <a:endParaRPr/>
          </a:p>
        </p:txBody>
      </p:sp>
      <p:sp>
        <p:nvSpPr>
          <p:cNvPr id="2" name="Rectangle 1">
            <a:extLst>
              <a:ext uri="{FF2B5EF4-FFF2-40B4-BE49-F238E27FC236}">
                <a16:creationId xmlns:a16="http://schemas.microsoft.com/office/drawing/2014/main" id="{0405F572-0940-462F-6EE7-178D0381C314}"/>
              </a:ext>
            </a:extLst>
          </p:cNvPr>
          <p:cNvSpPr/>
          <p:nvPr/>
        </p:nvSpPr>
        <p:spPr>
          <a:xfrm>
            <a:off x="878833" y="3994744"/>
            <a:ext cx="7025852" cy="66736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t"/>
          <a:lstStyle/>
          <a:p>
            <a:pPr>
              <a:lnSpc>
                <a:spcPct val="150000"/>
              </a:lnSpc>
            </a:pPr>
            <a:r>
              <a:rPr lang="en-US" sz="1800" b="1">
                <a:solidFill>
                  <a:schemeClr val="tx1"/>
                </a:solidFill>
              </a:rPr>
              <a:t>Accessing the Web Interface</a:t>
            </a:r>
            <a:endParaRPr lang="en-US" sz="1800">
              <a:solidFill>
                <a:schemeClr val="tx1"/>
              </a:solidFill>
            </a:endParaRPr>
          </a:p>
          <a:p>
            <a:pPr>
              <a:lnSpc>
                <a:spcPct val="150000"/>
              </a:lnSpc>
            </a:pPr>
            <a:r>
              <a:rPr lang="en-US" sz="1800">
                <a:solidFill>
                  <a:schemeClr val="tx1"/>
                </a:solidFill>
              </a:rPr>
              <a:t>To open Web Access, enter the following address in your browser’s URL bar:</a:t>
            </a:r>
            <a:br>
              <a:rPr lang="en-US" sz="1800">
                <a:solidFill>
                  <a:schemeClr val="tx1"/>
                </a:solidFill>
              </a:rPr>
            </a:br>
            <a:endParaRPr lang="en-US" sz="1800">
              <a:solidFill>
                <a:schemeClr val="tx1"/>
              </a:solidFill>
            </a:endParaRPr>
          </a:p>
          <a:p>
            <a:pPr algn="ctr">
              <a:lnSpc>
                <a:spcPct val="150000"/>
              </a:lnSpc>
            </a:pPr>
            <a:r>
              <a:rPr lang="en-US" sz="1800" b="1">
                <a:solidFill>
                  <a:schemeClr val="tx1"/>
                </a:solidFill>
              </a:rPr>
              <a:t>1.1.1.3:8080</a:t>
            </a:r>
            <a:br>
              <a:rPr lang="en-US" sz="1800" b="1">
                <a:solidFill>
                  <a:schemeClr val="tx1"/>
                </a:solidFill>
              </a:rPr>
            </a:br>
            <a:endParaRPr lang="en-US" sz="1800">
              <a:solidFill>
                <a:schemeClr val="tx1"/>
              </a:solidFill>
            </a:endParaRPr>
          </a:p>
          <a:p>
            <a:pPr lvl="0">
              <a:lnSpc>
                <a:spcPct val="150000"/>
              </a:lnSpc>
            </a:pPr>
            <a:r>
              <a:rPr lang="en-US" sz="1800" b="1">
                <a:solidFill>
                  <a:schemeClr val="tx1"/>
                </a:solidFill>
              </a:rPr>
              <a:t>Note:</a:t>
            </a:r>
            <a:r>
              <a:rPr lang="en-US" sz="1800">
                <a:solidFill>
                  <a:schemeClr val="tx1"/>
                </a:solidFill>
              </a:rPr>
              <a:t> This address remains the same even if the Hive IP is changed.</a:t>
            </a:r>
          </a:p>
          <a:p>
            <a:pPr>
              <a:lnSpc>
                <a:spcPct val="150000"/>
              </a:lnSpc>
            </a:pPr>
            <a:r>
              <a:rPr lang="en-US" sz="1800">
                <a:solidFill>
                  <a:schemeClr val="tx1"/>
                </a:solidFill>
              </a:rPr>
              <a:t> </a:t>
            </a:r>
          </a:p>
          <a:p>
            <a:pPr>
              <a:lnSpc>
                <a:spcPct val="150000"/>
              </a:lnSpc>
            </a:pPr>
            <a:r>
              <a:rPr lang="en-US" sz="1800" b="1">
                <a:solidFill>
                  <a:schemeClr val="tx1"/>
                </a:solidFill>
              </a:rPr>
              <a:t>Web Access Layout</a:t>
            </a:r>
            <a:endParaRPr lang="en-US" sz="1800">
              <a:solidFill>
                <a:schemeClr val="tx1"/>
              </a:solidFill>
            </a:endParaRPr>
          </a:p>
          <a:p>
            <a:pPr>
              <a:lnSpc>
                <a:spcPct val="150000"/>
              </a:lnSpc>
            </a:pPr>
            <a:r>
              <a:rPr lang="en-US" sz="1800">
                <a:solidFill>
                  <a:schemeClr val="tx1"/>
                </a:solidFill>
              </a:rPr>
              <a:t>As shown in the image, the Web Access interface includes six tabs:</a:t>
            </a:r>
          </a:p>
          <a:p>
            <a:pPr marL="285750" lvl="0" indent="-285750">
              <a:lnSpc>
                <a:spcPct val="150000"/>
              </a:lnSpc>
              <a:buFont typeface="Arial" panose="020B0604020202020204" pitchFamily="34" charset="0"/>
              <a:buChar char="•"/>
            </a:pPr>
            <a:r>
              <a:rPr lang="en-US" sz="1800">
                <a:solidFill>
                  <a:schemeClr val="tx1"/>
                </a:solidFill>
              </a:rPr>
              <a:t>Tabs 1–4: Designed for end users</a:t>
            </a:r>
          </a:p>
          <a:p>
            <a:pPr marL="285750" lvl="0" indent="-285750">
              <a:lnSpc>
                <a:spcPct val="150000"/>
              </a:lnSpc>
              <a:buFont typeface="Arial" panose="020B0604020202020204" pitchFamily="34" charset="0"/>
              <a:buChar char="•"/>
            </a:pPr>
            <a:r>
              <a:rPr lang="en-US" sz="1800">
                <a:solidFill>
                  <a:schemeClr val="tx1"/>
                </a:solidFill>
              </a:rPr>
              <a:t>Tabs 5–6: Reserved for D-level engineers</a:t>
            </a:r>
          </a:p>
        </p:txBody>
      </p:sp>
      <p:sp>
        <p:nvSpPr>
          <p:cNvPr id="3" name="Rectangle 2">
            <a:extLst>
              <a:ext uri="{FF2B5EF4-FFF2-40B4-BE49-F238E27FC236}">
                <a16:creationId xmlns:a16="http://schemas.microsoft.com/office/drawing/2014/main" id="{531AAB17-26D3-3D51-1B20-1535CB974063}"/>
              </a:ext>
            </a:extLst>
          </p:cNvPr>
          <p:cNvSpPr/>
          <p:nvPr/>
        </p:nvSpPr>
        <p:spPr>
          <a:xfrm>
            <a:off x="878833" y="2470316"/>
            <a:ext cx="18845468" cy="19381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t"/>
          <a:lstStyle/>
          <a:p>
            <a:pPr>
              <a:lnSpc>
                <a:spcPct val="150000"/>
              </a:lnSpc>
            </a:pPr>
            <a:r>
              <a:rPr lang="en-US" sz="1800" b="1">
                <a:solidFill>
                  <a:schemeClr val="tx1"/>
                </a:solidFill>
              </a:rPr>
              <a:t>Web Access </a:t>
            </a:r>
            <a:endParaRPr lang="en-US" sz="1800">
              <a:solidFill>
                <a:schemeClr val="tx1"/>
              </a:solidFill>
            </a:endParaRPr>
          </a:p>
          <a:p>
            <a:pPr>
              <a:lnSpc>
                <a:spcPct val="150000"/>
              </a:lnSpc>
            </a:pPr>
            <a:r>
              <a:rPr lang="en-US" sz="1800">
                <a:solidFill>
                  <a:schemeClr val="tx1"/>
                </a:solidFill>
              </a:rPr>
              <a:t>Web Access is the operator’s interface for configuring system settings and downloading recorded videos.</a:t>
            </a:r>
          </a:p>
          <a:p>
            <a:pPr>
              <a:lnSpc>
                <a:spcPct val="150000"/>
              </a:lnSpc>
            </a:pPr>
            <a:r>
              <a:rPr lang="en-US" sz="1800">
                <a:solidFill>
                  <a:schemeClr val="tx1"/>
                </a:solidFill>
              </a:rPr>
              <a:t>In the following slides, we’ll explore each feature available through the Web Access interface.</a:t>
            </a:r>
          </a:p>
        </p:txBody>
      </p:sp>
      <p:pic>
        <p:nvPicPr>
          <p:cNvPr id="4" name="Picture 3">
            <a:extLst>
              <a:ext uri="{FF2B5EF4-FFF2-40B4-BE49-F238E27FC236}">
                <a16:creationId xmlns:a16="http://schemas.microsoft.com/office/drawing/2014/main" id="{F001E71B-F692-8C1A-DDE9-76D31A3D8EDB}"/>
              </a:ext>
            </a:extLst>
          </p:cNvPr>
          <p:cNvPicPr>
            <a:picLocks noChangeAspect="1"/>
          </p:cNvPicPr>
          <p:nvPr/>
        </p:nvPicPr>
        <p:blipFill>
          <a:blip r:embed="rId3">
            <a:extLst>
              <a:ext uri="{28A0092B-C50C-407E-A947-70E740481C1C}">
                <a14:useLocalDpi xmlns:a14="http://schemas.microsoft.com/office/drawing/2010/main" val="0"/>
              </a:ext>
            </a:extLst>
          </a:blip>
          <a:srcRect r="15705" b="18446"/>
          <a:stretch>
            <a:fillRect/>
          </a:stretch>
        </p:blipFill>
        <p:spPr>
          <a:xfrm>
            <a:off x="8836539" y="4190647"/>
            <a:ext cx="10388728" cy="6281834"/>
          </a:xfrm>
          <a:prstGeom prst="rect">
            <a:avLst/>
          </a:prstGeom>
        </p:spPr>
      </p:pic>
    </p:spTree>
    <p:extLst>
      <p:ext uri="{BB962C8B-B14F-4D97-AF65-F5344CB8AC3E}">
        <p14:creationId xmlns:p14="http://schemas.microsoft.com/office/powerpoint/2010/main" val="1253459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8A2514A0-054A-856C-A6EA-CAFA3CC1A887}"/>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A80CD3ED-0B21-8941-F8D9-FAA1E3E170DE}"/>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2"/>
              </a:buClr>
              <a:buSzPts val="7800"/>
              <a:buFont typeface="Arial"/>
              <a:buNone/>
            </a:pPr>
            <a:r>
              <a:rPr lang="en-US"/>
              <a:t>Network Tab</a:t>
            </a:r>
            <a:endParaRPr/>
          </a:p>
        </p:txBody>
      </p:sp>
      <p:sp>
        <p:nvSpPr>
          <p:cNvPr id="2" name="Rectangle 1">
            <a:extLst>
              <a:ext uri="{FF2B5EF4-FFF2-40B4-BE49-F238E27FC236}">
                <a16:creationId xmlns:a16="http://schemas.microsoft.com/office/drawing/2014/main" id="{6124280D-6FFA-33F8-9996-E0EDCCAE8ECA}"/>
              </a:ext>
            </a:extLst>
          </p:cNvPr>
          <p:cNvSpPr/>
          <p:nvPr/>
        </p:nvSpPr>
        <p:spPr>
          <a:xfrm>
            <a:off x="752525" y="2300749"/>
            <a:ext cx="7702158" cy="7880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t"/>
          <a:lstStyle/>
          <a:p>
            <a:pPr>
              <a:lnSpc>
                <a:spcPct val="150000"/>
              </a:lnSpc>
            </a:pPr>
            <a:r>
              <a:rPr lang="en-US" sz="1800">
                <a:solidFill>
                  <a:schemeClr val="tx1"/>
                </a:solidFill>
              </a:rPr>
              <a:t>The Network tab allows you to configure IP addresses and ports for system communication.</a:t>
            </a:r>
          </a:p>
          <a:p>
            <a:pPr>
              <a:lnSpc>
                <a:spcPct val="150000"/>
              </a:lnSpc>
            </a:pPr>
            <a:endParaRPr lang="en-US" sz="1800">
              <a:solidFill>
                <a:schemeClr val="tx1"/>
              </a:solidFill>
            </a:endParaRPr>
          </a:p>
          <a:p>
            <a:pPr>
              <a:lnSpc>
                <a:spcPct val="150000"/>
              </a:lnSpc>
            </a:pPr>
            <a:r>
              <a:rPr lang="en-US" sz="1800" b="1">
                <a:solidFill>
                  <a:schemeClr val="tx1"/>
                </a:solidFill>
              </a:rPr>
              <a:t>Host (Control Station)</a:t>
            </a:r>
            <a:endParaRPr lang="en-US" sz="1800">
              <a:solidFill>
                <a:schemeClr val="tx1"/>
              </a:solidFill>
            </a:endParaRPr>
          </a:p>
          <a:p>
            <a:pPr marL="285750" lvl="0" indent="-285750">
              <a:lnSpc>
                <a:spcPct val="150000"/>
              </a:lnSpc>
              <a:buFont typeface="Arial" panose="020B0604020202020204" pitchFamily="34" charset="0"/>
              <a:buChar char="•"/>
            </a:pPr>
            <a:r>
              <a:rPr lang="en-US" sz="1800">
                <a:solidFill>
                  <a:schemeClr val="tx1"/>
                </a:solidFill>
              </a:rPr>
              <a:t>This is the main control unit of the system.</a:t>
            </a:r>
          </a:p>
          <a:p>
            <a:pPr marL="285750" lvl="0" indent="-285750">
              <a:lnSpc>
                <a:spcPct val="150000"/>
              </a:lnSpc>
              <a:buFont typeface="Arial" panose="020B0604020202020204" pitchFamily="34" charset="0"/>
              <a:buChar char="•"/>
            </a:pPr>
            <a:r>
              <a:rPr lang="en-US" sz="1800" b="1">
                <a:solidFill>
                  <a:schemeClr val="tx1"/>
                </a:solidFill>
              </a:rPr>
              <a:t>Note :</a:t>
            </a:r>
            <a:r>
              <a:rPr lang="en-US" sz="1800">
                <a:solidFill>
                  <a:schemeClr val="tx1"/>
                </a:solidFill>
              </a:rPr>
              <a:t> Ensure the Host IP matches the IP address you configured in Slide 6.</a:t>
            </a:r>
          </a:p>
          <a:p>
            <a:pPr>
              <a:lnSpc>
                <a:spcPct val="150000"/>
              </a:lnSpc>
            </a:pPr>
            <a:r>
              <a:rPr lang="en-US" sz="1800">
                <a:solidFill>
                  <a:schemeClr val="tx1"/>
                </a:solidFill>
              </a:rPr>
              <a:t> </a:t>
            </a:r>
          </a:p>
          <a:p>
            <a:pPr>
              <a:lnSpc>
                <a:spcPct val="150000"/>
              </a:lnSpc>
            </a:pPr>
            <a:r>
              <a:rPr lang="en-US" sz="1800" b="1">
                <a:solidFill>
                  <a:schemeClr val="tx1"/>
                </a:solidFill>
              </a:rPr>
              <a:t>Payload (Hive Unit)</a:t>
            </a:r>
            <a:endParaRPr lang="en-US" sz="1800">
              <a:solidFill>
                <a:schemeClr val="tx1"/>
              </a:solidFill>
            </a:endParaRPr>
          </a:p>
          <a:p>
            <a:pPr marL="285750" lvl="0" indent="-285750">
              <a:lnSpc>
                <a:spcPct val="150000"/>
              </a:lnSpc>
              <a:buFont typeface="Arial" panose="020B0604020202020204" pitchFamily="34" charset="0"/>
              <a:buChar char="•"/>
            </a:pPr>
            <a:r>
              <a:rPr lang="en-US" sz="1800">
                <a:solidFill>
                  <a:schemeClr val="tx1"/>
                </a:solidFill>
              </a:rPr>
              <a:t>Represents the Hive device in the network.</a:t>
            </a:r>
          </a:p>
          <a:p>
            <a:pPr>
              <a:lnSpc>
                <a:spcPct val="150000"/>
              </a:lnSpc>
            </a:pPr>
            <a:endParaRPr lang="en-US" sz="1800">
              <a:solidFill>
                <a:schemeClr val="tx1"/>
              </a:solidFill>
            </a:endParaRPr>
          </a:p>
          <a:p>
            <a:pPr>
              <a:lnSpc>
                <a:spcPct val="150000"/>
              </a:lnSpc>
            </a:pPr>
            <a:endParaRPr lang="en-US" sz="1800">
              <a:solidFill>
                <a:schemeClr val="tx1"/>
              </a:solidFill>
            </a:endParaRPr>
          </a:p>
        </p:txBody>
      </p:sp>
      <p:pic>
        <p:nvPicPr>
          <p:cNvPr id="3" name="Picture 2" descr="A screenshot of a computer&#10;&#10;AI-generated content may be incorrect.">
            <a:extLst>
              <a:ext uri="{FF2B5EF4-FFF2-40B4-BE49-F238E27FC236}">
                <a16:creationId xmlns:a16="http://schemas.microsoft.com/office/drawing/2014/main" id="{1DC3DC3D-DE38-F4F4-19AF-DEA48F4A71A7}"/>
              </a:ext>
            </a:extLst>
          </p:cNvPr>
          <p:cNvPicPr>
            <a:picLocks noChangeAspect="1"/>
          </p:cNvPicPr>
          <p:nvPr/>
        </p:nvPicPr>
        <p:blipFill>
          <a:blip r:embed="rId3">
            <a:extLst>
              <a:ext uri="{28A0092B-C50C-407E-A947-70E740481C1C}">
                <a14:useLocalDpi xmlns:a14="http://schemas.microsoft.com/office/drawing/2010/main" val="0"/>
              </a:ext>
            </a:extLst>
          </a:blip>
          <a:srcRect l="21087" t="14553" r="41994" b="34152"/>
          <a:stretch>
            <a:fillRect/>
          </a:stretch>
        </p:blipFill>
        <p:spPr>
          <a:xfrm>
            <a:off x="10290224" y="2398366"/>
            <a:ext cx="8908397" cy="7735506"/>
          </a:xfrm>
          <a:prstGeom prst="roundRect">
            <a:avLst>
              <a:gd name="adj" fmla="val 8022"/>
            </a:avLst>
          </a:prstGeom>
          <a:ln w="28575">
            <a:solidFill>
              <a:srgbClr val="77839B"/>
            </a:solidFill>
          </a:ln>
        </p:spPr>
      </p:pic>
    </p:spTree>
    <p:extLst>
      <p:ext uri="{BB962C8B-B14F-4D97-AF65-F5344CB8AC3E}">
        <p14:creationId xmlns:p14="http://schemas.microsoft.com/office/powerpoint/2010/main" val="198593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E6E65E33-DDD3-F0ED-89B6-B55E1C1B13F3}"/>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A0739638-86EB-8B63-373C-BA2308358951}"/>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2"/>
              </a:buClr>
              <a:buSzPts val="7800"/>
              <a:buFont typeface="Arial"/>
              <a:buNone/>
            </a:pPr>
            <a:r>
              <a:rPr lang="en-US"/>
              <a:t>Streams Tab</a:t>
            </a:r>
            <a:endParaRPr/>
          </a:p>
        </p:txBody>
      </p:sp>
      <p:sp>
        <p:nvSpPr>
          <p:cNvPr id="7" name="Rectangle 6">
            <a:extLst>
              <a:ext uri="{FF2B5EF4-FFF2-40B4-BE49-F238E27FC236}">
                <a16:creationId xmlns:a16="http://schemas.microsoft.com/office/drawing/2014/main" id="{572DE683-9FB5-BF1B-2A69-59DBD5F708E5}"/>
              </a:ext>
            </a:extLst>
          </p:cNvPr>
          <p:cNvSpPr/>
          <p:nvPr/>
        </p:nvSpPr>
        <p:spPr>
          <a:xfrm>
            <a:off x="752525" y="2359120"/>
            <a:ext cx="8009762" cy="8245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t"/>
          <a:lstStyle/>
          <a:p>
            <a:pPr>
              <a:lnSpc>
                <a:spcPct val="150000"/>
              </a:lnSpc>
            </a:pPr>
            <a:r>
              <a:rPr lang="en-US" sz="1800">
                <a:solidFill>
                  <a:schemeClr val="tx1"/>
                </a:solidFill>
                <a:latin typeface="+mj-lt"/>
              </a:rPr>
              <a:t>The system supports three separate video channels, allowing you to configure each stream independently based on your needs.</a:t>
            </a:r>
          </a:p>
          <a:p>
            <a:pPr>
              <a:lnSpc>
                <a:spcPct val="150000"/>
              </a:lnSpc>
            </a:pPr>
            <a:endParaRPr lang="en-US" sz="1800">
              <a:solidFill>
                <a:schemeClr val="tx1"/>
              </a:solidFill>
              <a:latin typeface="+mj-lt"/>
            </a:endParaRPr>
          </a:p>
          <a:p>
            <a:pPr marL="285750" lvl="0" indent="-285750">
              <a:lnSpc>
                <a:spcPct val="150000"/>
              </a:lnSpc>
              <a:buFont typeface="Arial" panose="020B0604020202020204" pitchFamily="34" charset="0"/>
              <a:buChar char="•"/>
            </a:pPr>
            <a:r>
              <a:rPr lang="en-US" sz="1800">
                <a:solidFill>
                  <a:schemeClr val="tx1"/>
                </a:solidFill>
                <a:latin typeface="+mj-lt"/>
              </a:rPr>
              <a:t>Video IP – after setting a new IP – make sure to set it in the advanced network connection settings. </a:t>
            </a:r>
          </a:p>
          <a:p>
            <a:pPr marL="285750" lvl="0" indent="-285750">
              <a:lnSpc>
                <a:spcPct val="150000"/>
              </a:lnSpc>
              <a:buFont typeface="Arial" panose="020B0604020202020204" pitchFamily="34" charset="0"/>
              <a:buChar char="•"/>
            </a:pPr>
            <a:r>
              <a:rPr lang="en-US" sz="1800">
                <a:solidFill>
                  <a:schemeClr val="tx1"/>
                </a:solidFill>
                <a:latin typeface="+mj-lt"/>
              </a:rPr>
              <a:t>Video Port - The specific communication channel used alongside the IP to route the video data correctly. </a:t>
            </a:r>
          </a:p>
          <a:p>
            <a:pPr marL="742950" lvl="1" indent="-285750">
              <a:lnSpc>
                <a:spcPct val="150000"/>
              </a:lnSpc>
              <a:buFont typeface="Courier New" panose="02070309020205020404" pitchFamily="49" charset="0"/>
              <a:buChar char="o"/>
            </a:pPr>
            <a:r>
              <a:rPr lang="en-US" sz="1800" b="1">
                <a:solidFill>
                  <a:schemeClr val="tx1"/>
                </a:solidFill>
                <a:latin typeface="+mj-lt"/>
              </a:rPr>
              <a:t>Note</a:t>
            </a:r>
            <a:r>
              <a:rPr lang="en-US" sz="1800">
                <a:solidFill>
                  <a:schemeClr val="tx1"/>
                </a:solidFill>
                <a:latin typeface="+mj-lt"/>
              </a:rPr>
              <a:t>- make sure each channel gets a different port.</a:t>
            </a:r>
          </a:p>
          <a:p>
            <a:pPr marL="285750" lvl="0" indent="-285750">
              <a:lnSpc>
                <a:spcPct val="150000"/>
              </a:lnSpc>
              <a:buFont typeface="Arial" panose="020B0604020202020204" pitchFamily="34" charset="0"/>
              <a:buChar char="•"/>
            </a:pPr>
            <a:r>
              <a:rPr lang="en-US" sz="1800">
                <a:solidFill>
                  <a:schemeClr val="tx1"/>
                </a:solidFill>
                <a:latin typeface="+mj-lt"/>
              </a:rPr>
              <a:t>Bandwidth – The amount of data the video stream uses per second, affecting video quality and network load. </a:t>
            </a:r>
          </a:p>
          <a:p>
            <a:pPr marL="742950" lvl="1" indent="-285750">
              <a:lnSpc>
                <a:spcPct val="150000"/>
              </a:lnSpc>
              <a:buFont typeface="Courier New" panose="02070309020205020404" pitchFamily="49" charset="0"/>
              <a:buChar char="o"/>
            </a:pPr>
            <a:r>
              <a:rPr lang="en-US" sz="1800" b="1">
                <a:solidFill>
                  <a:schemeClr val="tx1"/>
                </a:solidFill>
                <a:latin typeface="+mj-lt"/>
              </a:rPr>
              <a:t>Recommended – 2.5-4 MB/s</a:t>
            </a:r>
            <a:endParaRPr lang="en-US" sz="1800">
              <a:solidFill>
                <a:schemeClr val="tx1"/>
              </a:solidFill>
              <a:latin typeface="+mj-lt"/>
            </a:endParaRPr>
          </a:p>
          <a:p>
            <a:pPr marL="285750" lvl="0" indent="-285750">
              <a:lnSpc>
                <a:spcPct val="150000"/>
              </a:lnSpc>
              <a:buFont typeface="Arial" panose="020B0604020202020204" pitchFamily="34" charset="0"/>
              <a:buChar char="•"/>
            </a:pPr>
            <a:r>
              <a:rPr lang="en-US" sz="1800">
                <a:solidFill>
                  <a:schemeClr val="tx1"/>
                </a:solidFill>
                <a:latin typeface="+mj-lt"/>
              </a:rPr>
              <a:t>Codec Type (H.264/H.265) – The compression format used to encode the video, balancing quality and file size</a:t>
            </a:r>
            <a:br>
              <a:rPr lang="en-US" sz="1800">
                <a:solidFill>
                  <a:schemeClr val="tx1"/>
                </a:solidFill>
                <a:latin typeface="+mj-lt"/>
              </a:rPr>
            </a:br>
            <a:r>
              <a:rPr lang="en-US" sz="1800">
                <a:solidFill>
                  <a:schemeClr val="tx1"/>
                </a:solidFill>
                <a:latin typeface="+mj-lt"/>
              </a:rPr>
              <a:t>(H.265 is more efficient than H.264)</a:t>
            </a:r>
            <a:r>
              <a:rPr lang="he-IL" sz="1800">
                <a:solidFill>
                  <a:schemeClr val="tx1"/>
                </a:solidFill>
                <a:latin typeface="+mj-lt"/>
              </a:rPr>
              <a:t>.</a:t>
            </a:r>
            <a:endParaRPr lang="en-US" sz="1800">
              <a:solidFill>
                <a:schemeClr val="tx1"/>
              </a:solidFill>
              <a:latin typeface="+mj-lt"/>
            </a:endParaRPr>
          </a:p>
          <a:p>
            <a:pPr>
              <a:lnSpc>
                <a:spcPct val="150000"/>
              </a:lnSpc>
            </a:pPr>
            <a:endParaRPr lang="en-US" sz="1800">
              <a:solidFill>
                <a:schemeClr val="tx1"/>
              </a:solidFill>
              <a:latin typeface="+mj-lt"/>
            </a:endParaRPr>
          </a:p>
          <a:p>
            <a:pPr>
              <a:lnSpc>
                <a:spcPct val="150000"/>
              </a:lnSpc>
            </a:pPr>
            <a:endParaRPr lang="en-US" sz="1800">
              <a:solidFill>
                <a:schemeClr val="tx1"/>
              </a:solidFill>
              <a:latin typeface="+mj-lt"/>
            </a:endParaRPr>
          </a:p>
        </p:txBody>
      </p:sp>
      <p:pic>
        <p:nvPicPr>
          <p:cNvPr id="8" name="Picture 7">
            <a:extLst>
              <a:ext uri="{FF2B5EF4-FFF2-40B4-BE49-F238E27FC236}">
                <a16:creationId xmlns:a16="http://schemas.microsoft.com/office/drawing/2014/main" id="{C015981B-6664-F119-BC85-7BC92E0A737D}"/>
              </a:ext>
            </a:extLst>
          </p:cNvPr>
          <p:cNvPicPr>
            <a:picLocks noChangeAspect="1"/>
          </p:cNvPicPr>
          <p:nvPr/>
        </p:nvPicPr>
        <p:blipFill>
          <a:blip r:embed="rId3"/>
          <a:srcRect l="2847" t="2565" r="1537" b="1325"/>
          <a:stretch>
            <a:fillRect/>
          </a:stretch>
        </p:blipFill>
        <p:spPr>
          <a:xfrm>
            <a:off x="11080750" y="2227310"/>
            <a:ext cx="8118078" cy="8245171"/>
          </a:xfrm>
          <a:prstGeom prst="roundRect">
            <a:avLst>
              <a:gd name="adj" fmla="val 5708"/>
            </a:avLst>
          </a:prstGeom>
          <a:ln w="28575">
            <a:solidFill>
              <a:srgbClr val="77839B"/>
            </a:solidFill>
          </a:ln>
        </p:spPr>
      </p:pic>
    </p:spTree>
    <p:extLst>
      <p:ext uri="{BB962C8B-B14F-4D97-AF65-F5344CB8AC3E}">
        <p14:creationId xmlns:p14="http://schemas.microsoft.com/office/powerpoint/2010/main" val="2436442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514FD002-19EC-640E-95F7-86EC56258FD6}"/>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94771548-4100-39AA-6512-D7D5A64481BA}"/>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2"/>
              </a:buClr>
              <a:buSzPts val="7800"/>
              <a:buFont typeface="Arial"/>
              <a:buNone/>
            </a:pPr>
            <a:r>
              <a:rPr lang="en-US"/>
              <a:t>Videos</a:t>
            </a:r>
            <a:endParaRPr/>
          </a:p>
        </p:txBody>
      </p:sp>
      <p:sp>
        <p:nvSpPr>
          <p:cNvPr id="4" name="Rectangle 3">
            <a:extLst>
              <a:ext uri="{FF2B5EF4-FFF2-40B4-BE49-F238E27FC236}">
                <a16:creationId xmlns:a16="http://schemas.microsoft.com/office/drawing/2014/main" id="{1D2C46D1-B806-CF97-46A6-5F43B745F62A}"/>
              </a:ext>
            </a:extLst>
          </p:cNvPr>
          <p:cNvSpPr/>
          <p:nvPr/>
        </p:nvSpPr>
        <p:spPr>
          <a:xfrm>
            <a:off x="752525" y="2300749"/>
            <a:ext cx="7723914" cy="79050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t"/>
          <a:lstStyle/>
          <a:p>
            <a:pPr>
              <a:lnSpc>
                <a:spcPct val="150000"/>
              </a:lnSpc>
            </a:pPr>
            <a:r>
              <a:rPr lang="en-US" sz="1800">
                <a:solidFill>
                  <a:schemeClr val="tx1"/>
                </a:solidFill>
              </a:rPr>
              <a:t>This section allows you to download recorded videos from the Hive unit to an external device.</a:t>
            </a:r>
          </a:p>
          <a:p>
            <a:pPr marL="285750" lvl="0" indent="-285750">
              <a:lnSpc>
                <a:spcPct val="150000"/>
              </a:lnSpc>
              <a:buFont typeface="Arial" panose="020B0604020202020204" pitchFamily="34" charset="0"/>
              <a:buChar char="•"/>
            </a:pPr>
            <a:r>
              <a:rPr lang="en-US" sz="1800">
                <a:solidFill>
                  <a:schemeClr val="tx1"/>
                </a:solidFill>
              </a:rPr>
              <a:t>File Naming: Videos are automatically named by the date and time of recording.</a:t>
            </a:r>
          </a:p>
          <a:p>
            <a:pPr marL="285750" lvl="0" indent="-285750">
              <a:lnSpc>
                <a:spcPct val="150000"/>
              </a:lnSpc>
              <a:buFont typeface="Arial" panose="020B0604020202020204" pitchFamily="34" charset="0"/>
              <a:buChar char="•"/>
            </a:pPr>
            <a:r>
              <a:rPr lang="en-US" sz="1800">
                <a:solidFill>
                  <a:schemeClr val="tx1"/>
                </a:solidFill>
              </a:rPr>
              <a:t>Annotations: Choose to download videos with or without annotations.</a:t>
            </a:r>
          </a:p>
          <a:p>
            <a:pPr marL="285750" lvl="0" indent="-285750">
              <a:lnSpc>
                <a:spcPct val="150000"/>
              </a:lnSpc>
              <a:buFont typeface="Arial" panose="020B0604020202020204" pitchFamily="34" charset="0"/>
              <a:buChar char="•"/>
            </a:pPr>
            <a:r>
              <a:rPr lang="en-US" sz="1800">
                <a:solidFill>
                  <a:schemeClr val="tx1"/>
                </a:solidFill>
              </a:rPr>
              <a:t>Storage Management: You can delete video files to free up space on the Hive unit.</a:t>
            </a:r>
          </a:p>
          <a:p>
            <a:pPr marL="742950" lvl="1" indent="-285750">
              <a:lnSpc>
                <a:spcPct val="150000"/>
              </a:lnSpc>
              <a:buFont typeface="Courier New" panose="02070309020205020404" pitchFamily="49" charset="0"/>
              <a:buChar char="o"/>
            </a:pPr>
            <a:r>
              <a:rPr lang="en-US" sz="1800" b="1">
                <a:solidFill>
                  <a:schemeClr val="tx1"/>
                </a:solidFill>
              </a:rPr>
              <a:t>Note:</a:t>
            </a:r>
            <a:r>
              <a:rPr lang="en-US" sz="1800">
                <a:solidFill>
                  <a:schemeClr val="tx1"/>
                </a:solidFill>
              </a:rPr>
              <a:t> If the Hive’s memory is full, new videos will not be recorded.</a:t>
            </a:r>
          </a:p>
          <a:p>
            <a:pPr>
              <a:lnSpc>
                <a:spcPct val="150000"/>
              </a:lnSpc>
            </a:pPr>
            <a:endParaRPr lang="en-US" sz="1800">
              <a:solidFill>
                <a:schemeClr val="tx1"/>
              </a:solidFill>
            </a:endParaRPr>
          </a:p>
          <a:p>
            <a:pPr>
              <a:lnSpc>
                <a:spcPct val="150000"/>
              </a:lnSpc>
            </a:pPr>
            <a:endParaRPr lang="en-US" sz="1800">
              <a:solidFill>
                <a:schemeClr val="tx1"/>
              </a:solidFill>
            </a:endParaRPr>
          </a:p>
        </p:txBody>
      </p:sp>
      <p:pic>
        <p:nvPicPr>
          <p:cNvPr id="5" name="Picture 4" descr="A screenshot of a computer&#10;&#10;AI-generated content may be incorrect.">
            <a:extLst>
              <a:ext uri="{FF2B5EF4-FFF2-40B4-BE49-F238E27FC236}">
                <a16:creationId xmlns:a16="http://schemas.microsoft.com/office/drawing/2014/main" id="{D1840B08-031D-85B2-5A37-4651A587597B}"/>
              </a:ext>
            </a:extLst>
          </p:cNvPr>
          <p:cNvPicPr>
            <a:picLocks noChangeAspect="1"/>
          </p:cNvPicPr>
          <p:nvPr/>
        </p:nvPicPr>
        <p:blipFill>
          <a:blip r:embed="rId3">
            <a:extLst>
              <a:ext uri="{28A0092B-C50C-407E-A947-70E740481C1C}">
                <a14:useLocalDpi xmlns:a14="http://schemas.microsoft.com/office/drawing/2010/main" val="0"/>
              </a:ext>
            </a:extLst>
          </a:blip>
          <a:srcRect l="30469" t="14652" r="30425" b="29307"/>
          <a:stretch>
            <a:fillRect/>
          </a:stretch>
        </p:blipFill>
        <p:spPr>
          <a:xfrm>
            <a:off x="10052050" y="2368811"/>
            <a:ext cx="8791524" cy="7874315"/>
          </a:xfrm>
          <a:prstGeom prst="rect">
            <a:avLst/>
          </a:prstGeom>
        </p:spPr>
      </p:pic>
    </p:spTree>
    <p:extLst>
      <p:ext uri="{BB962C8B-B14F-4D97-AF65-F5344CB8AC3E}">
        <p14:creationId xmlns:p14="http://schemas.microsoft.com/office/powerpoint/2010/main" val="2094299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0873C926-59ED-3216-7016-FF22D2074D77}"/>
            </a:ext>
          </a:extLst>
        </p:cNvPr>
        <p:cNvGrpSpPr/>
        <p:nvPr/>
      </p:nvGrpSpPr>
      <p:grpSpPr>
        <a:xfrm>
          <a:off x="0" y="0"/>
          <a:ext cx="0" cy="0"/>
          <a:chOff x="0" y="0"/>
          <a:chExt cx="0" cy="0"/>
        </a:xfrm>
      </p:grpSpPr>
      <p:sp>
        <p:nvSpPr>
          <p:cNvPr id="27" name="Google Shape;156;p23">
            <a:extLst>
              <a:ext uri="{FF2B5EF4-FFF2-40B4-BE49-F238E27FC236}">
                <a16:creationId xmlns:a16="http://schemas.microsoft.com/office/drawing/2014/main" id="{900CDE87-BE63-31C9-0D39-DF12D2B1F8B6}"/>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2"/>
              </a:buClr>
              <a:buSzPts val="7800"/>
              <a:buFont typeface="Arial"/>
              <a:buNone/>
            </a:pPr>
            <a:r>
              <a:rPr lang="en-US"/>
              <a:t>System Configurations</a:t>
            </a:r>
            <a:endParaRPr/>
          </a:p>
        </p:txBody>
      </p:sp>
      <p:sp>
        <p:nvSpPr>
          <p:cNvPr id="2" name="Rectangle 1">
            <a:extLst>
              <a:ext uri="{FF2B5EF4-FFF2-40B4-BE49-F238E27FC236}">
                <a16:creationId xmlns:a16="http://schemas.microsoft.com/office/drawing/2014/main" id="{F2C84BA5-6DAF-40C3-6859-75E9FB0BA62B}"/>
              </a:ext>
            </a:extLst>
          </p:cNvPr>
          <p:cNvSpPr/>
          <p:nvPr/>
        </p:nvSpPr>
        <p:spPr>
          <a:xfrm>
            <a:off x="752525" y="2300749"/>
            <a:ext cx="7215499" cy="75772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t"/>
          <a:lstStyle/>
          <a:p>
            <a:pPr marL="285750" lvl="0" indent="-285750">
              <a:lnSpc>
                <a:spcPct val="150000"/>
              </a:lnSpc>
              <a:buFont typeface="Arial" panose="020B0604020202020204" pitchFamily="34" charset="0"/>
              <a:buChar char="•"/>
            </a:pPr>
            <a:r>
              <a:rPr lang="en-US" sz="1800">
                <a:solidFill>
                  <a:schemeClr val="tx1"/>
                </a:solidFill>
              </a:rPr>
              <a:t>Date &amp; Time Update - Manually set the system’s date and time using the required format, or use the automatic option to sync with your computer’s current settings.</a:t>
            </a:r>
          </a:p>
          <a:p>
            <a:pPr marL="285750" lvl="0" indent="-285750">
              <a:lnSpc>
                <a:spcPct val="150000"/>
              </a:lnSpc>
              <a:buFont typeface="Arial" panose="020B0604020202020204" pitchFamily="34" charset="0"/>
              <a:buChar char="•"/>
            </a:pPr>
            <a:r>
              <a:rPr lang="en-US" sz="1800">
                <a:solidFill>
                  <a:schemeClr val="tx1"/>
                </a:solidFill>
              </a:rPr>
              <a:t>Safe / Center Mode Configuration - Customize the behavior of the payload for both Safe Mode and Center Mode by adjusting their specific parameters.</a:t>
            </a:r>
          </a:p>
          <a:p>
            <a:pPr marL="285750" indent="-285750">
              <a:lnSpc>
                <a:spcPct val="150000"/>
              </a:lnSpc>
              <a:buFont typeface="Arial" panose="020B0604020202020204" pitchFamily="34" charset="0"/>
              <a:buChar char="•"/>
            </a:pPr>
            <a:r>
              <a:rPr lang="en-US" sz="1800">
                <a:solidFill>
                  <a:schemeClr val="tx1"/>
                </a:solidFill>
              </a:rPr>
              <a:t>Gimbal Startup Mode - Customize the Payload mode when power is connected. </a:t>
            </a:r>
            <a:br>
              <a:rPr lang="en-US" sz="1800">
                <a:solidFill>
                  <a:schemeClr val="tx1"/>
                </a:solidFill>
              </a:rPr>
            </a:br>
            <a:r>
              <a:rPr lang="en-US" sz="1800">
                <a:solidFill>
                  <a:schemeClr val="tx1"/>
                </a:solidFill>
              </a:rPr>
              <a:t>(IDLE / Center / INIT etc.)</a:t>
            </a:r>
          </a:p>
          <a:p>
            <a:endParaRPr lang="en-US" sz="1400">
              <a:solidFill>
                <a:schemeClr val="tx1"/>
              </a:solidFill>
            </a:endParaRPr>
          </a:p>
          <a:p>
            <a:endParaRPr lang="en-US" sz="1400">
              <a:solidFill>
                <a:schemeClr val="tx1"/>
              </a:solidFill>
            </a:endParaRPr>
          </a:p>
        </p:txBody>
      </p:sp>
      <p:pic>
        <p:nvPicPr>
          <p:cNvPr id="3" name="Picture 2">
            <a:extLst>
              <a:ext uri="{FF2B5EF4-FFF2-40B4-BE49-F238E27FC236}">
                <a16:creationId xmlns:a16="http://schemas.microsoft.com/office/drawing/2014/main" id="{81409961-E90A-1E00-4EBC-147DB4332F3C}"/>
              </a:ext>
            </a:extLst>
          </p:cNvPr>
          <p:cNvPicPr>
            <a:picLocks noChangeAspect="1"/>
          </p:cNvPicPr>
          <p:nvPr/>
        </p:nvPicPr>
        <p:blipFill>
          <a:blip r:embed="rId3"/>
          <a:srcRect l="1037" t="1980" r="2112" b="1246"/>
          <a:stretch>
            <a:fillRect/>
          </a:stretch>
        </p:blipFill>
        <p:spPr>
          <a:xfrm>
            <a:off x="12820650" y="1943615"/>
            <a:ext cx="6086526" cy="7934346"/>
          </a:xfrm>
          <a:prstGeom prst="roundRect">
            <a:avLst>
              <a:gd name="adj" fmla="val 7314"/>
            </a:avLst>
          </a:prstGeom>
          <a:ln w="28575">
            <a:solidFill>
              <a:srgbClr val="77839B"/>
            </a:solidFill>
          </a:ln>
        </p:spPr>
      </p:pic>
    </p:spTree>
    <p:extLst>
      <p:ext uri="{BB962C8B-B14F-4D97-AF65-F5344CB8AC3E}">
        <p14:creationId xmlns:p14="http://schemas.microsoft.com/office/powerpoint/2010/main" val="4014558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7">
          <a:extLst>
            <a:ext uri="{FF2B5EF4-FFF2-40B4-BE49-F238E27FC236}">
              <a16:creationId xmlns:a16="http://schemas.microsoft.com/office/drawing/2014/main" id="{9CBFCB49-99BA-B176-6647-8C5DF88678D8}"/>
            </a:ext>
          </a:extLst>
        </p:cNvPr>
        <p:cNvGrpSpPr/>
        <p:nvPr/>
      </p:nvGrpSpPr>
      <p:grpSpPr>
        <a:xfrm>
          <a:off x="0" y="0"/>
          <a:ext cx="0" cy="0"/>
          <a:chOff x="0" y="0"/>
          <a:chExt cx="0" cy="0"/>
        </a:xfrm>
      </p:grpSpPr>
      <p:pic>
        <p:nvPicPr>
          <p:cNvPr id="138" name="Google Shape;138;p21" title="MICRO300_(MS30-102)_02.png">
            <a:extLst>
              <a:ext uri="{FF2B5EF4-FFF2-40B4-BE49-F238E27FC236}">
                <a16:creationId xmlns:a16="http://schemas.microsoft.com/office/drawing/2014/main" id="{4956A2F2-DE71-2676-54D1-2B8BD6B44F87}"/>
              </a:ext>
            </a:extLst>
          </p:cNvPr>
          <p:cNvPicPr preferRelativeResize="0"/>
          <p:nvPr/>
        </p:nvPicPr>
        <p:blipFill rotWithShape="1">
          <a:blip r:embed="rId3">
            <a:alphaModFix/>
          </a:blip>
          <a:srcRect/>
          <a:stretch/>
        </p:blipFill>
        <p:spPr>
          <a:xfrm>
            <a:off x="12295015" y="395111"/>
            <a:ext cx="6808350" cy="10134774"/>
          </a:xfrm>
          <a:prstGeom prst="rect">
            <a:avLst/>
          </a:prstGeom>
          <a:noFill/>
          <a:ln>
            <a:noFill/>
          </a:ln>
        </p:spPr>
      </p:pic>
      <p:sp>
        <p:nvSpPr>
          <p:cNvPr id="139" name="Google Shape;139;p21">
            <a:extLst>
              <a:ext uri="{FF2B5EF4-FFF2-40B4-BE49-F238E27FC236}">
                <a16:creationId xmlns:a16="http://schemas.microsoft.com/office/drawing/2014/main" id="{A52FD463-63E8-1D97-31D1-7661EE855318}"/>
              </a:ext>
            </a:extLst>
          </p:cNvPr>
          <p:cNvSpPr txBox="1">
            <a:spLocks noGrp="1"/>
          </p:cNvSpPr>
          <p:nvPr>
            <p:ph type="title"/>
          </p:nvPr>
        </p:nvSpPr>
        <p:spPr>
          <a:xfrm>
            <a:off x="2830286" y="4852987"/>
            <a:ext cx="7105464" cy="1563600"/>
          </a:xfrm>
          <a:prstGeom prst="rect">
            <a:avLst/>
          </a:prstGeom>
          <a:noFill/>
          <a:ln>
            <a:noFill/>
          </a:ln>
        </p:spPr>
        <p:txBody>
          <a:bodyPr spcFirstLastPara="1" wrap="square" lIns="91425" tIns="45700" rIns="91425" bIns="45700" anchor="ctr" anchorCtr="0">
            <a:noAutofit/>
          </a:bodyPr>
          <a:lstStyle/>
          <a:p>
            <a:pPr marL="0" lvl="0" indent="0" algn="ctr" rtl="0">
              <a:lnSpc>
                <a:spcPct val="110000"/>
              </a:lnSpc>
              <a:spcBef>
                <a:spcPts val="0"/>
              </a:spcBef>
              <a:spcAft>
                <a:spcPts val="0"/>
              </a:spcAft>
              <a:buClr>
                <a:schemeClr val="dk1"/>
              </a:buClr>
              <a:buSzPts val="7800"/>
              <a:buFont typeface="Arial"/>
              <a:buNone/>
            </a:pPr>
            <a:r>
              <a:rPr lang="en-US" err="1">
                <a:solidFill>
                  <a:srgbClr val="A0FF75"/>
                </a:solidFill>
              </a:rPr>
              <a:t>QBee</a:t>
            </a:r>
            <a:r>
              <a:rPr lang="en-US">
                <a:solidFill>
                  <a:srgbClr val="A0FF75"/>
                </a:solidFill>
              </a:rPr>
              <a:t> Operation SW </a:t>
            </a:r>
            <a:endParaRPr>
              <a:solidFill>
                <a:srgbClr val="A0FF75"/>
              </a:solidFill>
            </a:endParaRPr>
          </a:p>
        </p:txBody>
      </p:sp>
      <p:pic>
        <p:nvPicPr>
          <p:cNvPr id="141" name="Google Shape;141;p21">
            <a:extLst>
              <a:ext uri="{FF2B5EF4-FFF2-40B4-BE49-F238E27FC236}">
                <a16:creationId xmlns:a16="http://schemas.microsoft.com/office/drawing/2014/main" id="{52DD1729-B0DF-F761-5A81-32C1E4BC744C}"/>
              </a:ext>
            </a:extLst>
          </p:cNvPr>
          <p:cNvPicPr preferRelativeResize="0"/>
          <p:nvPr/>
        </p:nvPicPr>
        <p:blipFill rotWithShape="1">
          <a:blip r:embed="rId4">
            <a:alphaModFix/>
          </a:blip>
          <a:srcRect/>
          <a:stretch/>
        </p:blipFill>
        <p:spPr>
          <a:xfrm rot="-5400000">
            <a:off x="2178775" y="2030142"/>
            <a:ext cx="3432356" cy="3432356"/>
          </a:xfrm>
          <a:prstGeom prst="rect">
            <a:avLst/>
          </a:prstGeom>
          <a:noFill/>
          <a:ln>
            <a:noFill/>
          </a:ln>
        </p:spPr>
      </p:pic>
      <p:pic>
        <p:nvPicPr>
          <p:cNvPr id="142" name="Google Shape;142;p21">
            <a:extLst>
              <a:ext uri="{FF2B5EF4-FFF2-40B4-BE49-F238E27FC236}">
                <a16:creationId xmlns:a16="http://schemas.microsoft.com/office/drawing/2014/main" id="{892B4BBE-9DBC-4E8A-2EDF-B3BDF92A10E7}"/>
              </a:ext>
            </a:extLst>
          </p:cNvPr>
          <p:cNvPicPr preferRelativeResize="0"/>
          <p:nvPr/>
        </p:nvPicPr>
        <p:blipFill rotWithShape="1">
          <a:blip r:embed="rId5">
            <a:alphaModFix/>
          </a:blip>
          <a:srcRect/>
          <a:stretch/>
        </p:blipFill>
        <p:spPr>
          <a:xfrm rot="10800000">
            <a:off x="7052994" y="6416576"/>
            <a:ext cx="3432356" cy="3432356"/>
          </a:xfrm>
          <a:prstGeom prst="rect">
            <a:avLst/>
          </a:prstGeom>
          <a:noFill/>
          <a:ln>
            <a:noFill/>
          </a:ln>
        </p:spPr>
      </p:pic>
      <p:sp>
        <p:nvSpPr>
          <p:cNvPr id="2" name="Arrow: U-Turn 1">
            <a:hlinkClick r:id="rId6" action="ppaction://hlinksldjump"/>
            <a:extLst>
              <a:ext uri="{FF2B5EF4-FFF2-40B4-BE49-F238E27FC236}">
                <a16:creationId xmlns:a16="http://schemas.microsoft.com/office/drawing/2014/main" id="{42B85893-D2EC-F058-4095-E20FB14A2E95}"/>
              </a:ext>
            </a:extLst>
          </p:cNvPr>
          <p:cNvSpPr/>
          <p:nvPr/>
        </p:nvSpPr>
        <p:spPr>
          <a:xfrm rot="5400000" flipH="1">
            <a:off x="464292" y="9500461"/>
            <a:ext cx="1022887" cy="1224367"/>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1714925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D8D0-8C4B-B99A-C25E-3C8A92A9AE6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4223905-101E-4901-D25C-2ACD2E633400}"/>
              </a:ext>
            </a:extLst>
          </p:cNvPr>
          <p:cNvSpPr/>
          <p:nvPr/>
        </p:nvSpPr>
        <p:spPr>
          <a:xfrm>
            <a:off x="6368306" y="2269047"/>
            <a:ext cx="14891128" cy="8904840"/>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a:solidFill>
                  <a:schemeClr val="tx1"/>
                </a:solidFill>
              </a:rPr>
              <a:t>Each time you launch </a:t>
            </a:r>
            <a:r>
              <a:rPr lang="en-US" sz="2309" err="1">
                <a:solidFill>
                  <a:schemeClr val="tx1"/>
                </a:solidFill>
              </a:rPr>
              <a:t>QBee</a:t>
            </a:r>
            <a:r>
              <a:rPr lang="en-US" sz="2309">
                <a:solidFill>
                  <a:schemeClr val="tx1"/>
                </a:solidFill>
              </a:rPr>
              <a:t> Software, this window will appear first.</a:t>
            </a:r>
            <a:br>
              <a:rPr lang="en-US" sz="2309">
                <a:solidFill>
                  <a:schemeClr val="tx1"/>
                </a:solidFill>
              </a:rPr>
            </a:br>
            <a:r>
              <a:rPr lang="en-US" sz="2309">
                <a:solidFill>
                  <a:schemeClr val="tx1"/>
                </a:solidFill>
              </a:rPr>
              <a:t>Please ensure the following settings match the configuration in </a:t>
            </a:r>
            <a:r>
              <a:rPr lang="en-US" sz="2309" err="1">
                <a:solidFill>
                  <a:schemeClr val="tx1"/>
                </a:solidFill>
              </a:rPr>
              <a:t>WebAccess</a:t>
            </a:r>
            <a:r>
              <a:rPr lang="en-US" sz="2309">
                <a:solidFill>
                  <a:schemeClr val="tx1"/>
                </a:solidFill>
              </a:rPr>
              <a:t>.</a:t>
            </a:r>
          </a:p>
          <a:p>
            <a:pPr lvl="1"/>
            <a:endParaRPr lang="en-US" sz="2309">
              <a:solidFill>
                <a:schemeClr val="tx1"/>
              </a:solidFill>
            </a:endParaRPr>
          </a:p>
          <a:p>
            <a:pPr lvl="1"/>
            <a:r>
              <a:rPr lang="en-US" sz="2309">
                <a:solidFill>
                  <a:schemeClr val="tx1"/>
                </a:solidFill>
              </a:rPr>
              <a:t>If all the following parameters matches – press on the “Connect” button. </a:t>
            </a:r>
          </a:p>
          <a:p>
            <a:br>
              <a:rPr lang="en-US" sz="2309">
                <a:solidFill>
                  <a:schemeClr val="tx1"/>
                </a:solidFill>
              </a:rPr>
            </a:br>
            <a:endParaRPr lang="en-US" sz="2309">
              <a:solidFill>
                <a:schemeClr val="tx1"/>
              </a:solidFill>
            </a:endParaRPr>
          </a:p>
          <a:p>
            <a:pPr marL="565442" indent="-565442">
              <a:buAutoNum type="arabicPeriod"/>
            </a:pPr>
            <a:endParaRPr lang="en-US" sz="2309">
              <a:solidFill>
                <a:schemeClr val="tx1"/>
              </a:solidFill>
            </a:endParaRPr>
          </a:p>
        </p:txBody>
      </p:sp>
      <p:sp>
        <p:nvSpPr>
          <p:cNvPr id="4" name="Content Placeholder 2">
            <a:extLst>
              <a:ext uri="{FF2B5EF4-FFF2-40B4-BE49-F238E27FC236}">
                <a16:creationId xmlns:a16="http://schemas.microsoft.com/office/drawing/2014/main" id="{8B1469E5-5A17-3D4E-2AFA-2A16BA397F94}"/>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pic>
        <p:nvPicPr>
          <p:cNvPr id="9" name="Picture 8">
            <a:extLst>
              <a:ext uri="{FF2B5EF4-FFF2-40B4-BE49-F238E27FC236}">
                <a16:creationId xmlns:a16="http://schemas.microsoft.com/office/drawing/2014/main" id="{941BC958-1391-4B64-BC73-2956485DADA0}"/>
              </a:ext>
            </a:extLst>
          </p:cNvPr>
          <p:cNvPicPr>
            <a:picLocks noChangeAspect="1"/>
          </p:cNvPicPr>
          <p:nvPr/>
        </p:nvPicPr>
        <p:blipFill>
          <a:blip r:embed="rId2"/>
          <a:stretch>
            <a:fillRect/>
          </a:stretch>
        </p:blipFill>
        <p:spPr>
          <a:xfrm>
            <a:off x="752525" y="2269047"/>
            <a:ext cx="5359431" cy="8625335"/>
          </a:xfrm>
          <a:prstGeom prst="rect">
            <a:avLst/>
          </a:prstGeom>
        </p:spPr>
      </p:pic>
      <p:sp>
        <p:nvSpPr>
          <p:cNvPr id="2" name="Google Shape;156;p23">
            <a:extLst>
              <a:ext uri="{FF2B5EF4-FFF2-40B4-BE49-F238E27FC236}">
                <a16:creationId xmlns:a16="http://schemas.microsoft.com/office/drawing/2014/main" id="{9FD3B169-7577-7991-6B6D-A74B37C15787}"/>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a:t>
            </a:r>
            <a:endParaRPr>
              <a:latin typeface="Barlow Condensed ExtraBold"/>
              <a:sym typeface="Barlow Condensed ExtraBold"/>
            </a:endParaRPr>
          </a:p>
        </p:txBody>
      </p:sp>
    </p:spTree>
    <p:extLst>
      <p:ext uri="{BB962C8B-B14F-4D97-AF65-F5344CB8AC3E}">
        <p14:creationId xmlns:p14="http://schemas.microsoft.com/office/powerpoint/2010/main" val="2405010185"/>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EF6F9-ECF2-BDD5-2A8B-946D21689EE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EC4A0DA-6ABC-D8C7-5563-FFF7385039EF}"/>
              </a:ext>
            </a:extLst>
          </p:cNvPr>
          <p:cNvSpPr/>
          <p:nvPr/>
        </p:nvSpPr>
        <p:spPr>
          <a:xfrm>
            <a:off x="7181617" y="2010597"/>
            <a:ext cx="12508751" cy="8904840"/>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a:solidFill>
                  <a:schemeClr val="tx1"/>
                </a:solidFill>
              </a:rPr>
              <a:t>To get a clear picture of how </a:t>
            </a:r>
            <a:r>
              <a:rPr lang="en-US" sz="2309" err="1">
                <a:solidFill>
                  <a:schemeClr val="tx1"/>
                </a:solidFill>
              </a:rPr>
              <a:t>QBee</a:t>
            </a:r>
            <a:r>
              <a:rPr lang="en-US" sz="2309">
                <a:solidFill>
                  <a:schemeClr val="tx1"/>
                </a:solidFill>
              </a:rPr>
              <a:t> works, let’s break down the three main components of the payload:</a:t>
            </a:r>
          </a:p>
          <a:p>
            <a:pPr marL="565442" indent="-565442">
              <a:buFont typeface="+mj-lt"/>
              <a:buAutoNum type="arabicPeriod"/>
            </a:pPr>
            <a:r>
              <a:rPr lang="en-US" sz="2309" b="1">
                <a:solidFill>
                  <a:schemeClr val="tx1"/>
                </a:solidFill>
              </a:rPr>
              <a:t>Gimbal</a:t>
            </a:r>
            <a:r>
              <a:rPr lang="en-US" sz="2309">
                <a:solidFill>
                  <a:schemeClr val="tx1"/>
                </a:solidFill>
              </a:rPr>
              <a:t> – The mechanical system that stabilizes the payload and controls its line of sight.</a:t>
            </a:r>
          </a:p>
          <a:p>
            <a:pPr marL="565442" indent="-565442">
              <a:buFont typeface="+mj-lt"/>
              <a:buAutoNum type="arabicPeriod"/>
            </a:pPr>
            <a:r>
              <a:rPr lang="en-US" sz="2309" b="1">
                <a:solidFill>
                  <a:schemeClr val="tx1"/>
                </a:solidFill>
              </a:rPr>
              <a:t>Sensors</a:t>
            </a:r>
            <a:r>
              <a:rPr lang="en-US" sz="2309">
                <a:solidFill>
                  <a:schemeClr val="tx1"/>
                </a:solidFill>
              </a:rPr>
              <a:t> – The cameras mounted on the gimbal that capture visual data.</a:t>
            </a:r>
          </a:p>
          <a:p>
            <a:pPr marL="565442" indent="-565442">
              <a:buFont typeface="+mj-lt"/>
              <a:buAutoNum type="arabicPeriod"/>
            </a:pPr>
            <a:r>
              <a:rPr lang="en-US" sz="2309" b="1">
                <a:solidFill>
                  <a:schemeClr val="tx1"/>
                </a:solidFill>
              </a:rPr>
              <a:t>Software</a:t>
            </a:r>
            <a:r>
              <a:rPr lang="en-US" sz="2309">
                <a:solidFill>
                  <a:schemeClr val="tx1"/>
                </a:solidFill>
              </a:rPr>
              <a:t> – The brain of the system. It connects all the hardware (gimbal, sensors, HIVE, etc.), enabling them to work together and analyze the captured images. The software is what brings the entire system to life.</a:t>
            </a:r>
          </a:p>
          <a:p>
            <a:endParaRPr lang="en-US" sz="2309">
              <a:solidFill>
                <a:schemeClr val="tx1"/>
              </a:solidFill>
              <a:latin typeface="Calibri" panose="020F0502020204030204"/>
            </a:endParaRPr>
          </a:p>
          <a:p>
            <a:r>
              <a:rPr lang="en-US" sz="2309">
                <a:solidFill>
                  <a:schemeClr val="tx1"/>
                </a:solidFill>
              </a:rPr>
              <a:t>Now that we understand the basics, let’s dive deeper into </a:t>
            </a:r>
            <a:r>
              <a:rPr lang="en-US" sz="2309" err="1">
                <a:solidFill>
                  <a:schemeClr val="tx1"/>
                </a:solidFill>
              </a:rPr>
              <a:t>QBee</a:t>
            </a:r>
            <a:r>
              <a:rPr lang="en-US" sz="2309">
                <a:solidFill>
                  <a:schemeClr val="tx1"/>
                </a:solidFill>
              </a:rPr>
              <a:t>.</a:t>
            </a:r>
          </a:p>
          <a:p>
            <a:br>
              <a:rPr lang="en-US" sz="2309">
                <a:solidFill>
                  <a:schemeClr val="tx1"/>
                </a:solidFill>
              </a:rPr>
            </a:br>
            <a:endParaRPr lang="en-US" sz="2309">
              <a:solidFill>
                <a:schemeClr val="tx1"/>
              </a:solidFill>
              <a:latin typeface="Calibri" panose="020F0502020204030204"/>
            </a:endParaRPr>
          </a:p>
          <a:p>
            <a:endParaRPr lang="en-US" sz="2309">
              <a:solidFill>
                <a:schemeClr val="tx1"/>
              </a:solidFill>
            </a:endParaRPr>
          </a:p>
        </p:txBody>
      </p:sp>
      <p:pic>
        <p:nvPicPr>
          <p:cNvPr id="25" name="Picture 24">
            <a:extLst>
              <a:ext uri="{FF2B5EF4-FFF2-40B4-BE49-F238E27FC236}">
                <a16:creationId xmlns:a16="http://schemas.microsoft.com/office/drawing/2014/main" id="{A50D5F88-1A98-3A73-B7FE-68EFB787846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7994856" y="10229154"/>
            <a:ext cx="1858859" cy="938993"/>
          </a:xfrm>
          <a:prstGeom prst="rect">
            <a:avLst/>
          </a:prstGeom>
        </p:spPr>
      </p:pic>
      <p:sp>
        <p:nvSpPr>
          <p:cNvPr id="4" name="Content Placeholder 2">
            <a:extLst>
              <a:ext uri="{FF2B5EF4-FFF2-40B4-BE49-F238E27FC236}">
                <a16:creationId xmlns:a16="http://schemas.microsoft.com/office/drawing/2014/main" id="{57F02A8C-788B-EF37-5882-249D0DD8D62E}"/>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pic>
        <p:nvPicPr>
          <p:cNvPr id="9" name="Picture 8">
            <a:extLst>
              <a:ext uri="{FF2B5EF4-FFF2-40B4-BE49-F238E27FC236}">
                <a16:creationId xmlns:a16="http://schemas.microsoft.com/office/drawing/2014/main" id="{ED7FC652-F910-6F69-39E4-3A53A7314FD5}"/>
              </a:ext>
            </a:extLst>
          </p:cNvPr>
          <p:cNvPicPr>
            <a:picLocks noChangeAspect="1"/>
          </p:cNvPicPr>
          <p:nvPr/>
        </p:nvPicPr>
        <p:blipFill>
          <a:blip r:embed="rId3"/>
          <a:srcRect r="1821"/>
          <a:stretch>
            <a:fillRect/>
          </a:stretch>
        </p:blipFill>
        <p:spPr>
          <a:xfrm>
            <a:off x="671998" y="2074757"/>
            <a:ext cx="6346272" cy="8948719"/>
          </a:xfrm>
          <a:prstGeom prst="rect">
            <a:avLst/>
          </a:prstGeom>
        </p:spPr>
      </p:pic>
      <p:sp>
        <p:nvSpPr>
          <p:cNvPr id="2" name="Google Shape;156;p23">
            <a:extLst>
              <a:ext uri="{FF2B5EF4-FFF2-40B4-BE49-F238E27FC236}">
                <a16:creationId xmlns:a16="http://schemas.microsoft.com/office/drawing/2014/main" id="{BDBAEBC6-AAFA-C96F-C5B8-CC9C4C4779B1}"/>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a:t>
            </a:r>
            <a:endParaRPr>
              <a:latin typeface="Barlow Condensed ExtraBold"/>
              <a:sym typeface="Barlow Condensed ExtraBold"/>
            </a:endParaRPr>
          </a:p>
        </p:txBody>
      </p:sp>
    </p:spTree>
    <p:extLst>
      <p:ext uri="{BB962C8B-B14F-4D97-AF65-F5344CB8AC3E}">
        <p14:creationId xmlns:p14="http://schemas.microsoft.com/office/powerpoint/2010/main" val="1415796128"/>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B40D-5D3A-DE01-CE8A-65CEC343DBE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1A6E0E0-8874-B514-DE35-A824A000C131}"/>
              </a:ext>
            </a:extLst>
          </p:cNvPr>
          <p:cNvPicPr>
            <a:picLocks noChangeAspect="1"/>
          </p:cNvPicPr>
          <p:nvPr/>
        </p:nvPicPr>
        <p:blipFill>
          <a:blip r:embed="rId2"/>
          <a:stretch>
            <a:fillRect/>
          </a:stretch>
        </p:blipFill>
        <p:spPr>
          <a:xfrm>
            <a:off x="167093" y="2467079"/>
            <a:ext cx="6973610" cy="5387271"/>
          </a:xfrm>
          <a:prstGeom prst="rect">
            <a:avLst/>
          </a:prstGeom>
        </p:spPr>
      </p:pic>
      <p:sp>
        <p:nvSpPr>
          <p:cNvPr id="3" name="Rectangle 2">
            <a:extLst>
              <a:ext uri="{FF2B5EF4-FFF2-40B4-BE49-F238E27FC236}">
                <a16:creationId xmlns:a16="http://schemas.microsoft.com/office/drawing/2014/main" id="{7E66A0CB-5040-FC7C-FA46-F3EC3E30F5EC}"/>
              </a:ext>
            </a:extLst>
          </p:cNvPr>
          <p:cNvSpPr/>
          <p:nvPr/>
        </p:nvSpPr>
        <p:spPr>
          <a:xfrm>
            <a:off x="7310486" y="2032408"/>
            <a:ext cx="12406332" cy="8904840"/>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b="1">
                <a:solidFill>
                  <a:schemeClr val="tx1"/>
                </a:solidFill>
              </a:rPr>
              <a:t>System Control - </a:t>
            </a:r>
          </a:p>
          <a:p>
            <a:r>
              <a:rPr lang="en-US" sz="2309">
                <a:solidFill>
                  <a:schemeClr val="tx1"/>
                </a:solidFill>
              </a:rPr>
              <a:t>This section provides key system indicators and configurable features:</a:t>
            </a:r>
            <a:br>
              <a:rPr lang="en-US" sz="2309">
                <a:solidFill>
                  <a:schemeClr val="tx1"/>
                </a:solidFill>
              </a:rPr>
            </a:br>
            <a:endParaRPr lang="en-US" sz="2309">
              <a:solidFill>
                <a:schemeClr val="tx1"/>
              </a:solidFill>
            </a:endParaRPr>
          </a:p>
          <a:p>
            <a:r>
              <a:rPr lang="en-US" sz="2309" b="1">
                <a:solidFill>
                  <a:schemeClr val="tx1"/>
                </a:solidFill>
              </a:rPr>
              <a:t>System Indicators :</a:t>
            </a:r>
          </a:p>
          <a:p>
            <a:pPr marL="471202" indent="-471202">
              <a:buFont typeface="Arial" panose="020B0604020202020204" pitchFamily="34" charset="0"/>
              <a:buChar char="•"/>
            </a:pPr>
            <a:r>
              <a:rPr lang="en-US" sz="2309">
                <a:solidFill>
                  <a:schemeClr val="tx1"/>
                </a:solidFill>
              </a:rPr>
              <a:t>System Mode – Displays the current operating mode.</a:t>
            </a:r>
          </a:p>
          <a:p>
            <a:pPr marL="471202" indent="-471202">
              <a:buFont typeface="Arial" panose="020B0604020202020204" pitchFamily="34" charset="0"/>
              <a:buChar char="•"/>
            </a:pPr>
            <a:r>
              <a:rPr lang="en-US" sz="2309">
                <a:solidFill>
                  <a:schemeClr val="tx1"/>
                </a:solidFill>
              </a:rPr>
              <a:t>Active Sensor – Shows which sensor is active: </a:t>
            </a:r>
            <a:r>
              <a:rPr lang="en-US" sz="2309" b="1">
                <a:solidFill>
                  <a:schemeClr val="tx1"/>
                </a:solidFill>
              </a:rPr>
              <a:t>TI</a:t>
            </a:r>
            <a:r>
              <a:rPr lang="en-US" sz="2309">
                <a:solidFill>
                  <a:schemeClr val="tx1"/>
                </a:solidFill>
              </a:rPr>
              <a:t> (Thermal) or </a:t>
            </a:r>
            <a:r>
              <a:rPr lang="en-US" sz="2309" b="1">
                <a:solidFill>
                  <a:schemeClr val="tx1"/>
                </a:solidFill>
              </a:rPr>
              <a:t>VIS</a:t>
            </a:r>
            <a:r>
              <a:rPr lang="en-US" sz="2309">
                <a:solidFill>
                  <a:schemeClr val="tx1"/>
                </a:solidFill>
              </a:rPr>
              <a:t> (Visual).</a:t>
            </a:r>
          </a:p>
          <a:p>
            <a:pPr marL="471202" indent="-471202">
              <a:buFont typeface="Arial" panose="020B0604020202020204" pitchFamily="34" charset="0"/>
              <a:buChar char="•"/>
            </a:pPr>
            <a:r>
              <a:rPr lang="en-US" sz="2309">
                <a:solidFill>
                  <a:schemeClr val="tx1"/>
                </a:solidFill>
              </a:rPr>
              <a:t>System Communication – Status indicator:</a:t>
            </a:r>
          </a:p>
          <a:p>
            <a:pPr lvl="1"/>
            <a:r>
              <a:rPr lang="en-US" sz="2309">
                <a:solidFill>
                  <a:schemeClr val="tx1"/>
                </a:solidFill>
              </a:rPr>
              <a:t>🟢 Green = Connected</a:t>
            </a:r>
          </a:p>
          <a:p>
            <a:pPr lvl="1"/>
            <a:r>
              <a:rPr lang="en-US" sz="2309">
                <a:solidFill>
                  <a:schemeClr val="tx1"/>
                </a:solidFill>
              </a:rPr>
              <a:t>🔴 Red = Disconnected</a:t>
            </a:r>
          </a:p>
          <a:p>
            <a:endParaRPr lang="en-US" sz="2309" b="1">
              <a:solidFill>
                <a:schemeClr val="tx1"/>
              </a:solidFill>
            </a:endParaRPr>
          </a:p>
          <a:p>
            <a:r>
              <a:rPr lang="en-US" sz="2309" b="1">
                <a:solidFill>
                  <a:schemeClr val="tx1"/>
                </a:solidFill>
              </a:rPr>
              <a:t>Editable Parameters &amp; Features :</a:t>
            </a:r>
          </a:p>
          <a:p>
            <a:pPr marL="471202" indent="-471202">
              <a:buFont typeface="Arial" panose="020B0604020202020204" pitchFamily="34" charset="0"/>
              <a:buChar char="•"/>
            </a:pPr>
            <a:r>
              <a:rPr lang="en-US" sz="2309">
                <a:solidFill>
                  <a:schemeClr val="tx1"/>
                </a:solidFill>
              </a:rPr>
              <a:t>Tracker Mode</a:t>
            </a:r>
          </a:p>
          <a:p>
            <a:pPr marL="1225125" lvl="1" indent="-471202">
              <a:buFont typeface="Courier New" panose="02070309020205020404" pitchFamily="49" charset="0"/>
              <a:buChar char="o"/>
            </a:pPr>
            <a:r>
              <a:rPr lang="en-US" sz="2309">
                <a:solidFill>
                  <a:schemeClr val="tx1"/>
                </a:solidFill>
              </a:rPr>
              <a:t>Dynamic – Automatically adjusts gate size based on target.</a:t>
            </a:r>
          </a:p>
          <a:p>
            <a:pPr marL="1225125" lvl="1" indent="-471202">
              <a:buFont typeface="Courier New" panose="02070309020205020404" pitchFamily="49" charset="0"/>
              <a:buChar char="o"/>
            </a:pPr>
            <a:r>
              <a:rPr lang="en-US" sz="2309">
                <a:solidFill>
                  <a:schemeClr val="tx1"/>
                </a:solidFill>
              </a:rPr>
              <a:t>Static – Keeps gate size fixed.</a:t>
            </a:r>
          </a:p>
          <a:p>
            <a:pPr marL="471202" indent="-471202">
              <a:buFont typeface="Arial" panose="020B0604020202020204" pitchFamily="34" charset="0"/>
              <a:buChar char="•"/>
            </a:pPr>
            <a:r>
              <a:rPr lang="en-US" sz="2309">
                <a:solidFill>
                  <a:schemeClr val="tx1"/>
                </a:solidFill>
              </a:rPr>
              <a:t>Gate Size – Manually adjust the tracking gate dimensions.</a:t>
            </a:r>
          </a:p>
          <a:p>
            <a:pPr marL="471202" indent="-471202">
              <a:buFont typeface="Arial" panose="020B0604020202020204" pitchFamily="34" charset="0"/>
              <a:buChar char="•"/>
            </a:pPr>
            <a:r>
              <a:rPr lang="en-US" sz="2309">
                <a:solidFill>
                  <a:schemeClr val="tx1"/>
                </a:solidFill>
              </a:rPr>
              <a:t>OSD (On-Screen Display) –</a:t>
            </a:r>
          </a:p>
          <a:p>
            <a:pPr marL="1225125" lvl="1" indent="-471202">
              <a:buFont typeface="Courier New" panose="02070309020205020404" pitchFamily="49" charset="0"/>
              <a:buChar char="o"/>
            </a:pPr>
            <a:r>
              <a:rPr lang="en-US" sz="2309">
                <a:solidFill>
                  <a:schemeClr val="tx1"/>
                </a:solidFill>
              </a:rPr>
              <a:t>Choose annotation colors</a:t>
            </a:r>
          </a:p>
          <a:p>
            <a:pPr marL="1225125" lvl="1" indent="-471202">
              <a:buFont typeface="Courier New" panose="02070309020205020404" pitchFamily="49" charset="0"/>
              <a:buChar char="o"/>
            </a:pPr>
            <a:r>
              <a:rPr lang="en-US" sz="2309">
                <a:solidFill>
                  <a:schemeClr val="tx1"/>
                </a:solidFill>
              </a:rPr>
              <a:t>Toggle visibility on the video screen</a:t>
            </a:r>
          </a:p>
          <a:p>
            <a:pPr marL="471202" indent="-471202">
              <a:buFont typeface="Arial" panose="020B0604020202020204" pitchFamily="34" charset="0"/>
              <a:buChar char="•"/>
            </a:pPr>
            <a:r>
              <a:rPr lang="en-US" sz="2309">
                <a:solidFill>
                  <a:schemeClr val="tx1"/>
                </a:solidFill>
              </a:rPr>
              <a:t>System Version – Click to view version details in the report screen.</a:t>
            </a:r>
          </a:p>
          <a:p>
            <a:pPr defTabSz="1507846">
              <a:buClrTx/>
              <a:defRPr/>
            </a:pPr>
            <a:endParaRPr lang="en-US" sz="2309">
              <a:solidFill>
                <a:schemeClr val="tx1"/>
              </a:solidFill>
              <a:latin typeface="Calibri" panose="020F0502020204030204"/>
            </a:endParaRPr>
          </a:p>
        </p:txBody>
      </p:sp>
      <p:sp>
        <p:nvSpPr>
          <p:cNvPr id="4" name="Content Placeholder 2">
            <a:extLst>
              <a:ext uri="{FF2B5EF4-FFF2-40B4-BE49-F238E27FC236}">
                <a16:creationId xmlns:a16="http://schemas.microsoft.com/office/drawing/2014/main" id="{F6749635-0EAF-B1A3-39F5-C0A771928D60}"/>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pic>
        <p:nvPicPr>
          <p:cNvPr id="10" name="Picture 9">
            <a:extLst>
              <a:ext uri="{FF2B5EF4-FFF2-40B4-BE49-F238E27FC236}">
                <a16:creationId xmlns:a16="http://schemas.microsoft.com/office/drawing/2014/main" id="{D7B21B02-113A-A62E-9944-E4CB3879BF81}"/>
              </a:ext>
            </a:extLst>
          </p:cNvPr>
          <p:cNvPicPr>
            <a:picLocks noChangeAspect="1"/>
          </p:cNvPicPr>
          <p:nvPr/>
        </p:nvPicPr>
        <p:blipFill>
          <a:blip r:embed="rId3"/>
          <a:stretch>
            <a:fillRect/>
          </a:stretch>
        </p:blipFill>
        <p:spPr>
          <a:xfrm>
            <a:off x="4884705" y="2986774"/>
            <a:ext cx="1963291" cy="910967"/>
          </a:xfrm>
          <a:prstGeom prst="rect">
            <a:avLst/>
          </a:prstGeom>
        </p:spPr>
      </p:pic>
      <p:sp>
        <p:nvSpPr>
          <p:cNvPr id="11" name="Rectangle: Rounded Corners 10">
            <a:extLst>
              <a:ext uri="{FF2B5EF4-FFF2-40B4-BE49-F238E27FC236}">
                <a16:creationId xmlns:a16="http://schemas.microsoft.com/office/drawing/2014/main" id="{BFFE3938-3D82-A9BF-C779-C702E6D5353E}"/>
              </a:ext>
            </a:extLst>
          </p:cNvPr>
          <p:cNvSpPr/>
          <p:nvPr/>
        </p:nvSpPr>
        <p:spPr>
          <a:xfrm>
            <a:off x="716582" y="2986774"/>
            <a:ext cx="3988120" cy="80095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2" name="Rectangle: Rounded Corners 11">
            <a:extLst>
              <a:ext uri="{FF2B5EF4-FFF2-40B4-BE49-F238E27FC236}">
                <a16:creationId xmlns:a16="http://schemas.microsoft.com/office/drawing/2014/main" id="{91BBBDB8-AD83-367B-86A7-7CB1E14D6B83}"/>
              </a:ext>
            </a:extLst>
          </p:cNvPr>
          <p:cNvSpPr/>
          <p:nvPr/>
        </p:nvSpPr>
        <p:spPr>
          <a:xfrm>
            <a:off x="4830529" y="2986774"/>
            <a:ext cx="1957094" cy="846686"/>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3" name="Rectangle: Rounded Corners 12">
            <a:extLst>
              <a:ext uri="{FF2B5EF4-FFF2-40B4-BE49-F238E27FC236}">
                <a16:creationId xmlns:a16="http://schemas.microsoft.com/office/drawing/2014/main" id="{4AEC0730-0170-2547-03EC-11F69BC81100}"/>
              </a:ext>
            </a:extLst>
          </p:cNvPr>
          <p:cNvSpPr/>
          <p:nvPr/>
        </p:nvSpPr>
        <p:spPr>
          <a:xfrm>
            <a:off x="778630" y="6144349"/>
            <a:ext cx="3120119" cy="80095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4" name="Rectangle: Rounded Corners 13">
            <a:extLst>
              <a:ext uri="{FF2B5EF4-FFF2-40B4-BE49-F238E27FC236}">
                <a16:creationId xmlns:a16="http://schemas.microsoft.com/office/drawing/2014/main" id="{B3FDC6A6-82BC-279E-FAC8-36CAD28248F5}"/>
              </a:ext>
            </a:extLst>
          </p:cNvPr>
          <p:cNvSpPr/>
          <p:nvPr/>
        </p:nvSpPr>
        <p:spPr>
          <a:xfrm>
            <a:off x="748773" y="3787726"/>
            <a:ext cx="3174296" cy="2356624"/>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5" name="Rectangle: Rounded Corners 14">
            <a:extLst>
              <a:ext uri="{FF2B5EF4-FFF2-40B4-BE49-F238E27FC236}">
                <a16:creationId xmlns:a16="http://schemas.microsoft.com/office/drawing/2014/main" id="{A3C98A92-93C3-42AC-A793-BD19FC98DE44}"/>
              </a:ext>
            </a:extLst>
          </p:cNvPr>
          <p:cNvSpPr/>
          <p:nvPr/>
        </p:nvSpPr>
        <p:spPr>
          <a:xfrm>
            <a:off x="748774" y="6961194"/>
            <a:ext cx="6038848" cy="70070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6" name="Rectangle: Rounded Corners 15">
            <a:extLst>
              <a:ext uri="{FF2B5EF4-FFF2-40B4-BE49-F238E27FC236}">
                <a16:creationId xmlns:a16="http://schemas.microsoft.com/office/drawing/2014/main" id="{65992303-60F8-3F76-D1AB-9EE2AD4A40BA}"/>
              </a:ext>
            </a:extLst>
          </p:cNvPr>
          <p:cNvSpPr/>
          <p:nvPr/>
        </p:nvSpPr>
        <p:spPr>
          <a:xfrm>
            <a:off x="4884704" y="6244599"/>
            <a:ext cx="1910244" cy="70070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 name="Google Shape;156;p23">
            <a:extLst>
              <a:ext uri="{FF2B5EF4-FFF2-40B4-BE49-F238E27FC236}">
                <a16:creationId xmlns:a16="http://schemas.microsoft.com/office/drawing/2014/main" id="{611AD43B-053A-08A7-E904-68FD720B19B1}"/>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a:t>
            </a:r>
            <a:endParaRPr>
              <a:latin typeface="Barlow Condensed ExtraBold"/>
              <a:sym typeface="Barlow Condensed ExtraBold"/>
            </a:endParaRPr>
          </a:p>
        </p:txBody>
      </p:sp>
    </p:spTree>
    <p:extLst>
      <p:ext uri="{BB962C8B-B14F-4D97-AF65-F5344CB8AC3E}">
        <p14:creationId xmlns:p14="http://schemas.microsoft.com/office/powerpoint/2010/main" val="29803146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par>
                                <p:cTn id="10" presetID="10" presetClass="entr" presetSubtype="0" fill="hold"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circle(in)">
                                      <p:cBhvr>
                                        <p:cTn id="38" dur="2000"/>
                                        <p:tgtEl>
                                          <p:spTgt spid="12"/>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circle(in)">
                                      <p:cBhvr>
                                        <p:cTn id="41" dur="2000"/>
                                        <p:tgtEl>
                                          <p:spTgt spid="11"/>
                                        </p:tgtEl>
                                      </p:cBhvr>
                                    </p:animEffect>
                                  </p:childTnLst>
                                </p:cTn>
                              </p:par>
                              <p:par>
                                <p:cTn id="42" presetID="6" presetClass="entr" presetSubtype="16"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circle(in)">
                                      <p:cBhvr>
                                        <p:cTn id="44" dur="20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arn(inVertical)">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500"/>
                                        <p:tgtEl>
                                          <p:spTgt spid="3">
                                            <p:txEl>
                                              <p:pRg st="9" end="9"/>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
                                            <p:txEl>
                                              <p:pRg st="12" end="12"/>
                                            </p:txEl>
                                          </p:spTgt>
                                        </p:tgtEl>
                                        <p:attrNameLst>
                                          <p:attrName>style.visibility</p:attrName>
                                        </p:attrNameLst>
                                      </p:cBhvr>
                                      <p:to>
                                        <p:strVal val="visible"/>
                                      </p:to>
                                    </p:set>
                                    <p:animEffect transition="in" filter="fade">
                                      <p:cBhvr>
                                        <p:cTn id="63" dur="500"/>
                                        <p:tgtEl>
                                          <p:spTgt spid="3">
                                            <p:txEl>
                                              <p:pRg st="12" end="12"/>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500"/>
                                        <p:tgtEl>
                                          <p:spTgt spid="3">
                                            <p:txEl>
                                              <p:pRg st="13" end="13"/>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3">
                                            <p:txEl>
                                              <p:pRg st="14" end="14"/>
                                            </p:txEl>
                                          </p:spTgt>
                                        </p:tgtEl>
                                        <p:attrNameLst>
                                          <p:attrName>style.visibility</p:attrName>
                                        </p:attrNameLst>
                                      </p:cBhvr>
                                      <p:to>
                                        <p:strVal val="visible"/>
                                      </p:to>
                                    </p:set>
                                    <p:animEffect transition="in" filter="fade">
                                      <p:cBhvr>
                                        <p:cTn id="69" dur="500"/>
                                        <p:tgtEl>
                                          <p:spTgt spid="3">
                                            <p:txEl>
                                              <p:pRg st="14" end="14"/>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3">
                                            <p:txEl>
                                              <p:pRg st="15" end="15"/>
                                            </p:txEl>
                                          </p:spTgt>
                                        </p:tgtEl>
                                        <p:attrNameLst>
                                          <p:attrName>style.visibility</p:attrName>
                                        </p:attrNameLst>
                                      </p:cBhvr>
                                      <p:to>
                                        <p:strVal val="visible"/>
                                      </p:to>
                                    </p:set>
                                    <p:animEffect transition="in" filter="fade">
                                      <p:cBhvr>
                                        <p:cTn id="72" dur="500"/>
                                        <p:tgtEl>
                                          <p:spTgt spid="3">
                                            <p:txEl>
                                              <p:pRg st="15" end="15"/>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animEffect transition="in" filter="fade">
                                      <p:cBhvr>
                                        <p:cTn id="75" dur="500"/>
                                        <p:tgtEl>
                                          <p:spTgt spid="3">
                                            <p:txEl>
                                              <p:pRg st="16" end="16"/>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3">
                                            <p:txEl>
                                              <p:pRg st="17" end="17"/>
                                            </p:txEl>
                                          </p:spTgt>
                                        </p:tgtEl>
                                        <p:attrNameLst>
                                          <p:attrName>style.visibility</p:attrName>
                                        </p:attrNameLst>
                                      </p:cBhvr>
                                      <p:to>
                                        <p:strVal val="visible"/>
                                      </p:to>
                                    </p:set>
                                    <p:animEffect transition="in" filter="fade">
                                      <p:cBhvr>
                                        <p:cTn id="78" dur="500"/>
                                        <p:tgtEl>
                                          <p:spTgt spid="3">
                                            <p:txEl>
                                              <p:pRg st="17" end="17"/>
                                            </p:txEl>
                                          </p:spTgt>
                                        </p:tgtEl>
                                      </p:cBhvr>
                                    </p:animEffect>
                                  </p:childTnLst>
                                </p:cTn>
                              </p:par>
                              <p:par>
                                <p:cTn id="79" presetID="6" presetClass="exit" presetSubtype="32" fill="hold" grpId="1" nodeType="withEffect">
                                  <p:stCondLst>
                                    <p:cond delay="0"/>
                                  </p:stCondLst>
                                  <p:childTnLst>
                                    <p:animEffect transition="out" filter="circle(out)">
                                      <p:cBhvr>
                                        <p:cTn id="80" dur="2000"/>
                                        <p:tgtEl>
                                          <p:spTgt spid="12"/>
                                        </p:tgtEl>
                                      </p:cBhvr>
                                    </p:animEffect>
                                    <p:set>
                                      <p:cBhvr>
                                        <p:cTn id="81" dur="1" fill="hold">
                                          <p:stCondLst>
                                            <p:cond delay="1999"/>
                                          </p:stCondLst>
                                        </p:cTn>
                                        <p:tgtEl>
                                          <p:spTgt spid="12"/>
                                        </p:tgtEl>
                                        <p:attrNameLst>
                                          <p:attrName>style.visibility</p:attrName>
                                        </p:attrNameLst>
                                      </p:cBhvr>
                                      <p:to>
                                        <p:strVal val="hidden"/>
                                      </p:to>
                                    </p:set>
                                  </p:childTnLst>
                                </p:cTn>
                              </p:par>
                              <p:par>
                                <p:cTn id="82" presetID="6" presetClass="exit" presetSubtype="32" fill="hold" grpId="1" nodeType="withEffect">
                                  <p:stCondLst>
                                    <p:cond delay="0"/>
                                  </p:stCondLst>
                                  <p:childTnLst>
                                    <p:animEffect transition="out" filter="circle(out)">
                                      <p:cBhvr>
                                        <p:cTn id="83" dur="2000"/>
                                        <p:tgtEl>
                                          <p:spTgt spid="11"/>
                                        </p:tgtEl>
                                      </p:cBhvr>
                                    </p:animEffect>
                                    <p:set>
                                      <p:cBhvr>
                                        <p:cTn id="84" dur="1" fill="hold">
                                          <p:stCondLst>
                                            <p:cond delay="1999"/>
                                          </p:stCondLst>
                                        </p:cTn>
                                        <p:tgtEl>
                                          <p:spTgt spid="11"/>
                                        </p:tgtEl>
                                        <p:attrNameLst>
                                          <p:attrName>style.visibility</p:attrName>
                                        </p:attrNameLst>
                                      </p:cBhvr>
                                      <p:to>
                                        <p:strVal val="hidden"/>
                                      </p:to>
                                    </p:set>
                                  </p:childTnLst>
                                </p:cTn>
                              </p:par>
                              <p:par>
                                <p:cTn id="85" presetID="6" presetClass="exit" presetSubtype="32" fill="hold" grpId="1" nodeType="withEffect">
                                  <p:stCondLst>
                                    <p:cond delay="0"/>
                                  </p:stCondLst>
                                  <p:childTnLst>
                                    <p:animEffect transition="out" filter="circle(out)">
                                      <p:cBhvr>
                                        <p:cTn id="86" dur="2000"/>
                                        <p:tgtEl>
                                          <p:spTgt spid="13"/>
                                        </p:tgtEl>
                                      </p:cBhvr>
                                    </p:animEffect>
                                    <p:set>
                                      <p:cBhvr>
                                        <p:cTn id="87" dur="1" fill="hold">
                                          <p:stCondLst>
                                            <p:cond delay="1999"/>
                                          </p:stCondLst>
                                        </p:cTn>
                                        <p:tgtEl>
                                          <p:spTgt spid="13"/>
                                        </p:tgtEl>
                                        <p:attrNameLst>
                                          <p:attrName>style.visibility</p:attrName>
                                        </p:attrNameLst>
                                      </p:cBhvr>
                                      <p:to>
                                        <p:strVal val="hidden"/>
                                      </p:to>
                                    </p:set>
                                  </p:childTnLst>
                                </p:cTn>
                              </p:par>
                            </p:childTnLst>
                          </p:cTn>
                        </p:par>
                        <p:par>
                          <p:cTn id="88" fill="hold">
                            <p:stCondLst>
                              <p:cond delay="2000"/>
                            </p:stCondLst>
                            <p:childTnLst>
                              <p:par>
                                <p:cTn id="89" presetID="6" presetClass="entr" presetSubtype="16" fill="hold" grpId="0" nodeType="afterEffect">
                                  <p:stCondLst>
                                    <p:cond delay="1000"/>
                                  </p:stCondLst>
                                  <p:childTnLst>
                                    <p:set>
                                      <p:cBhvr>
                                        <p:cTn id="90" dur="1" fill="hold">
                                          <p:stCondLst>
                                            <p:cond delay="0"/>
                                          </p:stCondLst>
                                        </p:cTn>
                                        <p:tgtEl>
                                          <p:spTgt spid="15"/>
                                        </p:tgtEl>
                                        <p:attrNameLst>
                                          <p:attrName>style.visibility</p:attrName>
                                        </p:attrNameLst>
                                      </p:cBhvr>
                                      <p:to>
                                        <p:strVal val="visible"/>
                                      </p:to>
                                    </p:set>
                                    <p:animEffect transition="in" filter="circle(in)">
                                      <p:cBhvr>
                                        <p:cTn id="91" dur="2000"/>
                                        <p:tgtEl>
                                          <p:spTgt spid="15"/>
                                        </p:tgtEl>
                                      </p:cBhvr>
                                    </p:animEffect>
                                  </p:childTnLst>
                                </p:cTn>
                              </p:par>
                              <p:par>
                                <p:cTn id="92" presetID="6" presetClass="entr" presetSubtype="16" fill="hold" grpId="0" nodeType="withEffect">
                                  <p:stCondLst>
                                    <p:cond delay="1000"/>
                                  </p:stCondLst>
                                  <p:childTnLst>
                                    <p:set>
                                      <p:cBhvr>
                                        <p:cTn id="93" dur="1" fill="hold">
                                          <p:stCondLst>
                                            <p:cond delay="0"/>
                                          </p:stCondLst>
                                        </p:cTn>
                                        <p:tgtEl>
                                          <p:spTgt spid="16"/>
                                        </p:tgtEl>
                                        <p:attrNameLst>
                                          <p:attrName>style.visibility</p:attrName>
                                        </p:attrNameLst>
                                      </p:cBhvr>
                                      <p:to>
                                        <p:strVal val="visible"/>
                                      </p:to>
                                    </p:set>
                                    <p:animEffect transition="in" filter="circle(in)">
                                      <p:cBhvr>
                                        <p:cTn id="94" dur="2000"/>
                                        <p:tgtEl>
                                          <p:spTgt spid="16"/>
                                        </p:tgtEl>
                                      </p:cBhvr>
                                    </p:animEffect>
                                  </p:childTnLst>
                                </p:cTn>
                              </p:par>
                              <p:par>
                                <p:cTn id="95" presetID="6" presetClass="entr" presetSubtype="16" fill="hold" grpId="0" nodeType="withEffect">
                                  <p:stCondLst>
                                    <p:cond delay="1000"/>
                                  </p:stCondLst>
                                  <p:childTnLst>
                                    <p:set>
                                      <p:cBhvr>
                                        <p:cTn id="96" dur="1" fill="hold">
                                          <p:stCondLst>
                                            <p:cond delay="0"/>
                                          </p:stCondLst>
                                        </p:cTn>
                                        <p:tgtEl>
                                          <p:spTgt spid="14"/>
                                        </p:tgtEl>
                                        <p:attrNameLst>
                                          <p:attrName>style.visibility</p:attrName>
                                        </p:attrNameLst>
                                      </p:cBhvr>
                                      <p:to>
                                        <p:strVal val="visible"/>
                                      </p:to>
                                    </p:set>
                                    <p:animEffect transition="in" filter="circle(in)">
                                      <p:cBhvr>
                                        <p:cTn id="9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1" grpId="1" animBg="1"/>
      <p:bldP spid="12" grpId="0" animBg="1"/>
      <p:bldP spid="12" grpId="1" animBg="1"/>
      <p:bldP spid="13" grpId="0" animBg="1"/>
      <p:bldP spid="13" grpId="1" animBg="1"/>
      <p:bldP spid="14" grpId="0" animBg="1"/>
      <p:bldP spid="15"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8A32D-DE5F-6725-F61A-A23F14D3DEB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AF5CF1F-F5B1-4547-F36F-925FC3DBF815}"/>
              </a:ext>
            </a:extLst>
          </p:cNvPr>
          <p:cNvPicPr>
            <a:picLocks noChangeAspect="1"/>
          </p:cNvPicPr>
          <p:nvPr/>
        </p:nvPicPr>
        <p:blipFill>
          <a:blip r:embed="rId2"/>
          <a:stretch>
            <a:fillRect/>
          </a:stretch>
        </p:blipFill>
        <p:spPr>
          <a:xfrm>
            <a:off x="197426" y="2509581"/>
            <a:ext cx="6957903" cy="5308739"/>
          </a:xfrm>
          <a:prstGeom prst="rect">
            <a:avLst/>
          </a:prstGeom>
        </p:spPr>
      </p:pic>
      <p:sp>
        <p:nvSpPr>
          <p:cNvPr id="4" name="Content Placeholder 2">
            <a:extLst>
              <a:ext uri="{FF2B5EF4-FFF2-40B4-BE49-F238E27FC236}">
                <a16:creationId xmlns:a16="http://schemas.microsoft.com/office/drawing/2014/main" id="{FFCC6C72-1A5A-2905-FFF3-DCCF5805C92E}"/>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3" name="Rectangle 2">
            <a:extLst>
              <a:ext uri="{FF2B5EF4-FFF2-40B4-BE49-F238E27FC236}">
                <a16:creationId xmlns:a16="http://schemas.microsoft.com/office/drawing/2014/main" id="{956FD4F8-01E8-C91B-074A-E981913EE1F4}"/>
              </a:ext>
            </a:extLst>
          </p:cNvPr>
          <p:cNvSpPr/>
          <p:nvPr/>
        </p:nvSpPr>
        <p:spPr>
          <a:xfrm>
            <a:off x="7364344" y="2404510"/>
            <a:ext cx="12542330" cy="8904840"/>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b="1">
                <a:solidFill>
                  <a:schemeClr val="tx1"/>
                </a:solidFill>
              </a:rPr>
              <a:t>Sensor Control -  </a:t>
            </a:r>
          </a:p>
          <a:p>
            <a:r>
              <a:rPr lang="en-US" sz="2309">
                <a:solidFill>
                  <a:schemeClr val="tx1"/>
                </a:solidFill>
              </a:rPr>
              <a:t>This tab manages both </a:t>
            </a:r>
            <a:r>
              <a:rPr lang="en-US" sz="2309" b="1">
                <a:solidFill>
                  <a:schemeClr val="tx1"/>
                </a:solidFill>
              </a:rPr>
              <a:t>Thermal</a:t>
            </a:r>
            <a:r>
              <a:rPr lang="en-US" sz="2309">
                <a:solidFill>
                  <a:schemeClr val="tx1"/>
                </a:solidFill>
              </a:rPr>
              <a:t> and </a:t>
            </a:r>
            <a:r>
              <a:rPr lang="en-US" sz="2309" b="1">
                <a:solidFill>
                  <a:schemeClr val="tx1"/>
                </a:solidFill>
              </a:rPr>
              <a:t>Optical</a:t>
            </a:r>
            <a:r>
              <a:rPr lang="en-US" sz="2309">
                <a:solidFill>
                  <a:schemeClr val="tx1"/>
                </a:solidFill>
              </a:rPr>
              <a:t> sensors.</a:t>
            </a:r>
            <a:br>
              <a:rPr lang="en-US" sz="2309">
                <a:solidFill>
                  <a:schemeClr val="tx1"/>
                </a:solidFill>
              </a:rPr>
            </a:br>
            <a:r>
              <a:rPr lang="en-US" sz="2309">
                <a:solidFill>
                  <a:schemeClr val="tx1"/>
                </a:solidFill>
              </a:rPr>
              <a:t>The top section is the same in both and includes – </a:t>
            </a:r>
          </a:p>
          <a:p>
            <a:endParaRPr lang="en-US" sz="2309">
              <a:solidFill>
                <a:schemeClr val="tx1"/>
              </a:solidFill>
            </a:endParaRPr>
          </a:p>
          <a:p>
            <a:r>
              <a:rPr lang="en-US" sz="2309" b="1">
                <a:solidFill>
                  <a:schemeClr val="tx1"/>
                </a:solidFill>
              </a:rPr>
              <a:t>Indicator : </a:t>
            </a:r>
          </a:p>
          <a:p>
            <a:pPr marL="565442" indent="-565442">
              <a:buFont typeface="Arial" panose="020B0604020202020204" pitchFamily="34" charset="0"/>
              <a:buChar char="•"/>
            </a:pPr>
            <a:r>
              <a:rPr lang="en-US" sz="2309">
                <a:solidFill>
                  <a:schemeClr val="tx1"/>
                </a:solidFill>
              </a:rPr>
              <a:t>FOV (Field of View) – Displays the current viewing angle of the sensor.</a:t>
            </a:r>
          </a:p>
          <a:p>
            <a:endParaRPr lang="en-US" sz="2309">
              <a:solidFill>
                <a:schemeClr val="tx1"/>
              </a:solidFill>
            </a:endParaRPr>
          </a:p>
          <a:p>
            <a:r>
              <a:rPr lang="en-US" sz="2309" b="1">
                <a:solidFill>
                  <a:schemeClr val="tx1"/>
                </a:solidFill>
              </a:rPr>
              <a:t>Available Controls :</a:t>
            </a:r>
          </a:p>
          <a:p>
            <a:pPr marL="565442" indent="-565442">
              <a:buFont typeface="Arial" panose="020B0604020202020204" pitchFamily="34" charset="0"/>
              <a:buChar char="•"/>
            </a:pPr>
            <a:r>
              <a:rPr lang="en-US" sz="2309">
                <a:solidFill>
                  <a:schemeClr val="tx1"/>
                </a:solidFill>
              </a:rPr>
              <a:t>Sensor Selection – Choose which sensor to display and control.</a:t>
            </a:r>
          </a:p>
          <a:p>
            <a:pPr marL="565442" indent="-565442">
              <a:buFont typeface="Arial" panose="020B0604020202020204" pitchFamily="34" charset="0"/>
              <a:buChar char="•"/>
            </a:pPr>
            <a:r>
              <a:rPr lang="en-US" sz="2309">
                <a:solidFill>
                  <a:schemeClr val="tx1"/>
                </a:solidFill>
              </a:rPr>
              <a:t>Lens Control – Zoom In / Out.</a:t>
            </a:r>
          </a:p>
          <a:p>
            <a:pPr marL="565442" indent="-565442">
              <a:buFont typeface="Arial" panose="020B0604020202020204" pitchFamily="34" charset="0"/>
              <a:buChar char="•"/>
            </a:pPr>
            <a:r>
              <a:rPr lang="en-US" sz="2309">
                <a:solidFill>
                  <a:schemeClr val="tx1"/>
                </a:solidFill>
              </a:rPr>
              <a:t>Video Stabilization</a:t>
            </a:r>
          </a:p>
          <a:p>
            <a:pPr marL="1319365" lvl="1" indent="-565442">
              <a:buFont typeface="Arial" panose="020B0604020202020204" pitchFamily="34" charset="0"/>
              <a:buChar char="•"/>
            </a:pPr>
            <a:r>
              <a:rPr lang="en-US" sz="2309" i="1">
                <a:solidFill>
                  <a:schemeClr val="tx1"/>
                </a:solidFill>
              </a:rPr>
              <a:t>Mechanical</a:t>
            </a:r>
            <a:r>
              <a:rPr lang="en-US" sz="2309">
                <a:solidFill>
                  <a:schemeClr val="tx1"/>
                </a:solidFill>
              </a:rPr>
              <a:t> (via gimbal)</a:t>
            </a:r>
          </a:p>
          <a:p>
            <a:pPr marL="1319365" lvl="1" indent="-565442">
              <a:buFont typeface="Arial" panose="020B0604020202020204" pitchFamily="34" charset="0"/>
              <a:buChar char="•"/>
            </a:pPr>
            <a:r>
              <a:rPr lang="en-US" sz="2309" i="1">
                <a:solidFill>
                  <a:schemeClr val="tx1"/>
                </a:solidFill>
              </a:rPr>
              <a:t>Mechanical + Software</a:t>
            </a:r>
            <a:r>
              <a:rPr lang="en-US" sz="2309">
                <a:solidFill>
                  <a:schemeClr val="tx1"/>
                </a:solidFill>
              </a:rPr>
              <a:t> (combined)</a:t>
            </a:r>
          </a:p>
          <a:p>
            <a:pPr marL="565442" indent="-565442">
              <a:buFont typeface="Arial" panose="020B0604020202020204" pitchFamily="34" charset="0"/>
              <a:buChar char="•"/>
            </a:pPr>
            <a:r>
              <a:rPr lang="en-US" sz="2309">
                <a:solidFill>
                  <a:schemeClr val="tx1"/>
                </a:solidFill>
              </a:rPr>
              <a:t>PIP (Picture-in-Picture) – Show one sensor in a small window over the other.</a:t>
            </a:r>
          </a:p>
          <a:p>
            <a:pPr marL="565442" indent="-565442">
              <a:buFont typeface="Arial" panose="020B0604020202020204" pitchFamily="34" charset="0"/>
              <a:buChar char="•"/>
            </a:pPr>
            <a:r>
              <a:rPr lang="en-US" sz="2309">
                <a:solidFill>
                  <a:schemeClr val="tx1"/>
                </a:solidFill>
              </a:rPr>
              <a:t>Sync FOV – Aligns the thermal and optical views (up to 12.4°).</a:t>
            </a:r>
          </a:p>
          <a:p>
            <a:pPr marL="565442" indent="-565442">
              <a:buFont typeface="Arial" panose="020B0604020202020204" pitchFamily="34" charset="0"/>
              <a:buChar char="•"/>
            </a:pPr>
            <a:r>
              <a:rPr lang="en-US" sz="2309">
                <a:solidFill>
                  <a:schemeClr val="tx1"/>
                </a:solidFill>
              </a:rPr>
              <a:t>Sensor ON - Use this option to turn the sensor ON or OFF as needed</a:t>
            </a:r>
          </a:p>
          <a:p>
            <a:pPr marL="565442" indent="-565442" defTabSz="1507846">
              <a:buClrTx/>
              <a:buFontTx/>
              <a:buAutoNum type="arabicPeriod"/>
              <a:defRPr/>
            </a:pPr>
            <a:endParaRPr lang="en-US" sz="2309">
              <a:solidFill>
                <a:schemeClr val="tx1"/>
              </a:solidFill>
              <a:latin typeface="Calibri" panose="020F0502020204030204"/>
            </a:endParaRPr>
          </a:p>
        </p:txBody>
      </p:sp>
      <p:sp>
        <p:nvSpPr>
          <p:cNvPr id="13" name="Rectangle: Rounded Corners 12">
            <a:extLst>
              <a:ext uri="{FF2B5EF4-FFF2-40B4-BE49-F238E27FC236}">
                <a16:creationId xmlns:a16="http://schemas.microsoft.com/office/drawing/2014/main" id="{32A36B5A-F722-5915-0B62-7B5187BFEFAC}"/>
              </a:ext>
            </a:extLst>
          </p:cNvPr>
          <p:cNvSpPr/>
          <p:nvPr/>
        </p:nvSpPr>
        <p:spPr>
          <a:xfrm>
            <a:off x="5790123" y="3887182"/>
            <a:ext cx="1122855" cy="802423"/>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4" name="Rectangle: Rounded Corners 13">
            <a:extLst>
              <a:ext uri="{FF2B5EF4-FFF2-40B4-BE49-F238E27FC236}">
                <a16:creationId xmlns:a16="http://schemas.microsoft.com/office/drawing/2014/main" id="{84AB0F1E-531D-0EA4-1268-2B12F68956F0}"/>
              </a:ext>
            </a:extLst>
          </p:cNvPr>
          <p:cNvSpPr/>
          <p:nvPr/>
        </p:nvSpPr>
        <p:spPr>
          <a:xfrm>
            <a:off x="500905" y="2697533"/>
            <a:ext cx="2845871" cy="802423"/>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5" name="Rectangle: Rounded Corners 14">
            <a:extLst>
              <a:ext uri="{FF2B5EF4-FFF2-40B4-BE49-F238E27FC236}">
                <a16:creationId xmlns:a16="http://schemas.microsoft.com/office/drawing/2014/main" id="{39EF7E74-E0C5-0E7D-E4C2-93AD58EE3F78}"/>
              </a:ext>
            </a:extLst>
          </p:cNvPr>
          <p:cNvSpPr/>
          <p:nvPr/>
        </p:nvSpPr>
        <p:spPr>
          <a:xfrm>
            <a:off x="738197" y="3992566"/>
            <a:ext cx="1162268" cy="494237"/>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9" name="Rectangle: Rounded Corners 18">
            <a:extLst>
              <a:ext uri="{FF2B5EF4-FFF2-40B4-BE49-F238E27FC236}">
                <a16:creationId xmlns:a16="http://schemas.microsoft.com/office/drawing/2014/main" id="{1D2C5E22-017B-DA11-EDB5-C8C7B513E0DC}"/>
              </a:ext>
            </a:extLst>
          </p:cNvPr>
          <p:cNvSpPr/>
          <p:nvPr/>
        </p:nvSpPr>
        <p:spPr>
          <a:xfrm>
            <a:off x="3650255" y="3055315"/>
            <a:ext cx="3102509" cy="494236"/>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0" name="Rectangle: Rounded Corners 19">
            <a:extLst>
              <a:ext uri="{FF2B5EF4-FFF2-40B4-BE49-F238E27FC236}">
                <a16:creationId xmlns:a16="http://schemas.microsoft.com/office/drawing/2014/main" id="{601F4866-1C3F-31A1-9226-8B501309D8F5}"/>
              </a:ext>
            </a:extLst>
          </p:cNvPr>
          <p:cNvSpPr/>
          <p:nvPr/>
        </p:nvSpPr>
        <p:spPr>
          <a:xfrm>
            <a:off x="2112168" y="2731908"/>
            <a:ext cx="1234608" cy="345030"/>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1" name="Rectangle: Rounded Corners 20">
            <a:extLst>
              <a:ext uri="{FF2B5EF4-FFF2-40B4-BE49-F238E27FC236}">
                <a16:creationId xmlns:a16="http://schemas.microsoft.com/office/drawing/2014/main" id="{192CB517-29B1-ABCE-0C5A-40A8A1F74508}"/>
              </a:ext>
            </a:extLst>
          </p:cNvPr>
          <p:cNvSpPr/>
          <p:nvPr/>
        </p:nvSpPr>
        <p:spPr>
          <a:xfrm>
            <a:off x="2107681" y="3112667"/>
            <a:ext cx="1234608" cy="37953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 name="Google Shape;156;p23">
            <a:extLst>
              <a:ext uri="{FF2B5EF4-FFF2-40B4-BE49-F238E27FC236}">
                <a16:creationId xmlns:a16="http://schemas.microsoft.com/office/drawing/2014/main" id="{1FBAE04D-8083-4607-F0AB-3799410F0AA4}"/>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a:t>
            </a:r>
            <a:endParaRPr>
              <a:latin typeface="Barlow Condensed ExtraBold"/>
              <a:sym typeface="Barlow Condensed ExtraBold"/>
            </a:endParaRPr>
          </a:p>
        </p:txBody>
      </p:sp>
    </p:spTree>
    <p:extLst>
      <p:ext uri="{BB962C8B-B14F-4D97-AF65-F5344CB8AC3E}">
        <p14:creationId xmlns:p14="http://schemas.microsoft.com/office/powerpoint/2010/main" val="23737080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par>
                                <p:cTn id="10" presetID="10"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circle(in)">
                                      <p:cBhvr>
                                        <p:cTn id="23" dur="20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fade">
                                      <p:cBhvr>
                                        <p:cTn id="40" dur="500"/>
                                        <p:tgtEl>
                                          <p:spTgt spid="3">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500"/>
                                        <p:tgtEl>
                                          <p:spTgt spid="3">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2" end="12"/>
                                            </p:txEl>
                                          </p:spTgt>
                                        </p:tgtEl>
                                        <p:attrNameLst>
                                          <p:attrName>style.visibility</p:attrName>
                                        </p:attrNameLst>
                                      </p:cBhvr>
                                      <p:to>
                                        <p:strVal val="visible"/>
                                      </p:to>
                                    </p:set>
                                    <p:animEffect transition="in" filter="fade">
                                      <p:cBhvr>
                                        <p:cTn id="46" dur="500"/>
                                        <p:tgtEl>
                                          <p:spTgt spid="3">
                                            <p:txEl>
                                              <p:pRg st="12" end="12"/>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Effect transition="in" filter="fade">
                                      <p:cBhvr>
                                        <p:cTn id="49" dur="500"/>
                                        <p:tgtEl>
                                          <p:spTgt spid="3">
                                            <p:txEl>
                                              <p:pRg st="13" end="13"/>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4" end="14"/>
                                            </p:txEl>
                                          </p:spTgt>
                                        </p:tgtEl>
                                        <p:attrNameLst>
                                          <p:attrName>style.visibility</p:attrName>
                                        </p:attrNameLst>
                                      </p:cBhvr>
                                      <p:to>
                                        <p:strVal val="visible"/>
                                      </p:to>
                                    </p:set>
                                    <p:animEffect transition="in" filter="fade">
                                      <p:cBhvr>
                                        <p:cTn id="52" dur="500"/>
                                        <p:tgtEl>
                                          <p:spTgt spid="3">
                                            <p:txEl>
                                              <p:pRg st="14" end="14"/>
                                            </p:txEl>
                                          </p:spTgt>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circle(in)">
                                      <p:cBhvr>
                                        <p:cTn id="55" dur="2000"/>
                                        <p:tgtEl>
                                          <p:spTgt spid="21"/>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circle(in)">
                                      <p:cBhvr>
                                        <p:cTn id="58" dur="2000"/>
                                        <p:tgtEl>
                                          <p:spTgt spid="15"/>
                                        </p:tgtEl>
                                      </p:cBhvr>
                                    </p:animEffect>
                                  </p:childTnLst>
                                </p:cTn>
                              </p:par>
                              <p:par>
                                <p:cTn id="59" presetID="6" presetClass="entr" presetSubtype="16"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circle(in)">
                                      <p:cBhvr>
                                        <p:cTn id="61" dur="2000"/>
                                        <p:tgtEl>
                                          <p:spTgt spid="14"/>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circle(in)">
                                      <p:cBhvr>
                                        <p:cTn id="64" dur="2000"/>
                                        <p:tgtEl>
                                          <p:spTgt spid="19"/>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circle(in)">
                                      <p:cBhvr>
                                        <p:cTn id="67" dur="2000"/>
                                        <p:tgtEl>
                                          <p:spTgt spid="20"/>
                                        </p:tgtEl>
                                      </p:cBhvr>
                                    </p:animEffect>
                                  </p:childTnLst>
                                </p:cTn>
                              </p:par>
                              <p:par>
                                <p:cTn id="68" presetID="6" presetClass="exit" presetSubtype="32" fill="hold" grpId="1" nodeType="withEffect">
                                  <p:stCondLst>
                                    <p:cond delay="0"/>
                                  </p:stCondLst>
                                  <p:childTnLst>
                                    <p:animEffect transition="out" filter="circle(out)">
                                      <p:cBhvr>
                                        <p:cTn id="69" dur="2000"/>
                                        <p:tgtEl>
                                          <p:spTgt spid="13"/>
                                        </p:tgtEl>
                                      </p:cBhvr>
                                    </p:animEffect>
                                    <p:set>
                                      <p:cBhvr>
                                        <p:cTn id="70" dur="1" fill="hold">
                                          <p:stCondLst>
                                            <p:cond delay="19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5" grpId="0" animBg="1"/>
      <p:bldP spid="19"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2F937-82AB-2153-C061-5AB9AA2BEA9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496A090-4085-4082-B6C7-7AAA685ABB79}"/>
              </a:ext>
            </a:extLst>
          </p:cNvPr>
          <p:cNvPicPr>
            <a:picLocks noChangeAspect="1"/>
          </p:cNvPicPr>
          <p:nvPr/>
        </p:nvPicPr>
        <p:blipFill>
          <a:blip r:embed="rId3"/>
          <a:stretch>
            <a:fillRect/>
          </a:stretch>
        </p:blipFill>
        <p:spPr>
          <a:xfrm>
            <a:off x="329557" y="2488805"/>
            <a:ext cx="6957903" cy="5230207"/>
          </a:xfrm>
          <a:prstGeom prst="rect">
            <a:avLst/>
          </a:prstGeom>
        </p:spPr>
      </p:pic>
      <p:sp>
        <p:nvSpPr>
          <p:cNvPr id="18" name="Rectangle 17">
            <a:extLst>
              <a:ext uri="{FF2B5EF4-FFF2-40B4-BE49-F238E27FC236}">
                <a16:creationId xmlns:a16="http://schemas.microsoft.com/office/drawing/2014/main" id="{8AB590A6-8F04-41B3-F823-0582A6D9748B}"/>
              </a:ext>
            </a:extLst>
          </p:cNvPr>
          <p:cNvSpPr/>
          <p:nvPr/>
        </p:nvSpPr>
        <p:spPr>
          <a:xfrm>
            <a:off x="7547310" y="2521739"/>
            <a:ext cx="12891007" cy="5393853"/>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b="1">
                <a:solidFill>
                  <a:schemeClr val="tx1"/>
                </a:solidFill>
              </a:rPr>
              <a:t>Thermal Channel Controls</a:t>
            </a:r>
          </a:p>
          <a:p>
            <a:r>
              <a:rPr lang="en-US" sz="2309">
                <a:solidFill>
                  <a:schemeClr val="tx1"/>
                </a:solidFill>
              </a:rPr>
              <a:t>This section allows you to manage and fine-tune the thermal sensor settings:</a:t>
            </a:r>
            <a:br>
              <a:rPr lang="en-US" sz="2309">
                <a:solidFill>
                  <a:schemeClr val="tx1"/>
                </a:solidFill>
              </a:rPr>
            </a:br>
            <a:endParaRPr lang="en-US" sz="2309">
              <a:solidFill>
                <a:schemeClr val="tx1"/>
              </a:solidFill>
            </a:endParaRPr>
          </a:p>
          <a:p>
            <a:pPr marL="565442" indent="-565442">
              <a:buFont typeface="Arial" panose="020B0604020202020204" pitchFamily="34" charset="0"/>
              <a:buChar char="•"/>
            </a:pPr>
            <a:r>
              <a:rPr lang="en-US" sz="2309">
                <a:solidFill>
                  <a:schemeClr val="tx1"/>
                </a:solidFill>
              </a:rPr>
              <a:t>Sharpness – Increases or decreases video contrast for better clarity.</a:t>
            </a:r>
          </a:p>
          <a:p>
            <a:pPr marL="565442" indent="-565442">
              <a:buFont typeface="Arial" panose="020B0604020202020204" pitchFamily="34" charset="0"/>
              <a:buChar char="•"/>
            </a:pPr>
            <a:r>
              <a:rPr lang="en-US" sz="2309">
                <a:solidFill>
                  <a:schemeClr val="tx1"/>
                </a:solidFill>
              </a:rPr>
              <a:t>Level – Sets the temperature range the sensor will operate within.</a:t>
            </a:r>
          </a:p>
          <a:p>
            <a:pPr marL="565442" indent="-565442">
              <a:buFont typeface="Arial" panose="020B0604020202020204" pitchFamily="34" charset="0"/>
              <a:buChar char="•"/>
            </a:pPr>
            <a:r>
              <a:rPr lang="en-US" sz="2309">
                <a:solidFill>
                  <a:schemeClr val="tx1"/>
                </a:solidFill>
              </a:rPr>
              <a:t>Gain – Controls how much temperature data the sensor captures \.</a:t>
            </a:r>
          </a:p>
          <a:p>
            <a:pPr marL="565442" indent="-565442">
              <a:buFont typeface="Arial" panose="020B0604020202020204" pitchFamily="34" charset="0"/>
              <a:buChar char="•"/>
            </a:pPr>
            <a:r>
              <a:rPr lang="en-US" sz="2309">
                <a:solidFill>
                  <a:schemeClr val="tx1"/>
                </a:solidFill>
              </a:rPr>
              <a:t>White Hot – Select whether hot areas appear as </a:t>
            </a:r>
            <a:r>
              <a:rPr lang="en-US" sz="2309" b="1">
                <a:solidFill>
                  <a:schemeClr val="tx1"/>
                </a:solidFill>
              </a:rPr>
              <a:t>white</a:t>
            </a:r>
            <a:r>
              <a:rPr lang="en-US" sz="2309">
                <a:solidFill>
                  <a:schemeClr val="tx1"/>
                </a:solidFill>
              </a:rPr>
              <a:t> or </a:t>
            </a:r>
            <a:r>
              <a:rPr lang="en-US" sz="2309" b="1">
                <a:solidFill>
                  <a:schemeClr val="tx1"/>
                </a:solidFill>
              </a:rPr>
              <a:t>black.</a:t>
            </a:r>
          </a:p>
          <a:p>
            <a:pPr marL="565442" indent="-565442">
              <a:buFont typeface="Arial" panose="020B0604020202020204" pitchFamily="34" charset="0"/>
              <a:buChar char="•"/>
            </a:pPr>
            <a:r>
              <a:rPr lang="en-US" sz="2309">
                <a:solidFill>
                  <a:schemeClr val="tx1"/>
                </a:solidFill>
              </a:rPr>
              <a:t>NUC (Non-Uniformity Correction) – Performs a calibration to ensure image quality.</a:t>
            </a:r>
          </a:p>
          <a:p>
            <a:endParaRPr lang="en-US" sz="2309">
              <a:solidFill>
                <a:schemeClr val="tx1"/>
              </a:solidFill>
            </a:endParaRPr>
          </a:p>
        </p:txBody>
      </p:sp>
      <p:sp>
        <p:nvSpPr>
          <p:cNvPr id="13" name="Rectangle: Rounded Corners 12">
            <a:extLst>
              <a:ext uri="{FF2B5EF4-FFF2-40B4-BE49-F238E27FC236}">
                <a16:creationId xmlns:a16="http://schemas.microsoft.com/office/drawing/2014/main" id="{8D15BA95-5F57-E9AF-A536-FB882A3F3578}"/>
              </a:ext>
            </a:extLst>
          </p:cNvPr>
          <p:cNvSpPr/>
          <p:nvPr/>
        </p:nvSpPr>
        <p:spPr>
          <a:xfrm>
            <a:off x="965941" y="5453730"/>
            <a:ext cx="2630809"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4" name="Rectangle: Rounded Corners 13">
            <a:extLst>
              <a:ext uri="{FF2B5EF4-FFF2-40B4-BE49-F238E27FC236}">
                <a16:creationId xmlns:a16="http://schemas.microsoft.com/office/drawing/2014/main" id="{C0F2FF63-2BA5-C405-1254-8CF3B0AC8ED3}"/>
              </a:ext>
            </a:extLst>
          </p:cNvPr>
          <p:cNvSpPr/>
          <p:nvPr/>
        </p:nvSpPr>
        <p:spPr>
          <a:xfrm>
            <a:off x="965941" y="5904506"/>
            <a:ext cx="2630809"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7" name="Rectangle: Rounded Corners 16">
            <a:extLst>
              <a:ext uri="{FF2B5EF4-FFF2-40B4-BE49-F238E27FC236}">
                <a16:creationId xmlns:a16="http://schemas.microsoft.com/office/drawing/2014/main" id="{D09EC18B-CA00-3B3A-8407-DE3DC203199A}"/>
              </a:ext>
            </a:extLst>
          </p:cNvPr>
          <p:cNvSpPr/>
          <p:nvPr/>
        </p:nvSpPr>
        <p:spPr>
          <a:xfrm>
            <a:off x="965944" y="6355275"/>
            <a:ext cx="2630809"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0" name="Rectangle: Rounded Corners 19">
            <a:extLst>
              <a:ext uri="{FF2B5EF4-FFF2-40B4-BE49-F238E27FC236}">
                <a16:creationId xmlns:a16="http://schemas.microsoft.com/office/drawing/2014/main" id="{A7BDA57D-24AB-A92B-BBE7-8439E7AE0DA1}"/>
              </a:ext>
            </a:extLst>
          </p:cNvPr>
          <p:cNvSpPr/>
          <p:nvPr/>
        </p:nvSpPr>
        <p:spPr>
          <a:xfrm>
            <a:off x="3808507" y="5017879"/>
            <a:ext cx="3064582"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21" name="Rectangle: Rounded Corners 20">
            <a:extLst>
              <a:ext uri="{FF2B5EF4-FFF2-40B4-BE49-F238E27FC236}">
                <a16:creationId xmlns:a16="http://schemas.microsoft.com/office/drawing/2014/main" id="{2A7A4889-8287-8B53-009C-57D7F8A49444}"/>
              </a:ext>
            </a:extLst>
          </p:cNvPr>
          <p:cNvSpPr/>
          <p:nvPr/>
        </p:nvSpPr>
        <p:spPr>
          <a:xfrm>
            <a:off x="2040791" y="3945105"/>
            <a:ext cx="875351"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54" name="Rectangle 53">
            <a:extLst>
              <a:ext uri="{FF2B5EF4-FFF2-40B4-BE49-F238E27FC236}">
                <a16:creationId xmlns:a16="http://schemas.microsoft.com/office/drawing/2014/main" id="{3B0A331B-0198-9AC9-1448-4D2427A55CFA}"/>
              </a:ext>
            </a:extLst>
          </p:cNvPr>
          <p:cNvSpPr/>
          <p:nvPr/>
        </p:nvSpPr>
        <p:spPr>
          <a:xfrm>
            <a:off x="7811281" y="6125866"/>
            <a:ext cx="9710013" cy="48976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57" name="Rectangle: Rounded Corners 56">
            <a:extLst>
              <a:ext uri="{FF2B5EF4-FFF2-40B4-BE49-F238E27FC236}">
                <a16:creationId xmlns:a16="http://schemas.microsoft.com/office/drawing/2014/main" id="{D83C18DC-CB2D-B086-0F5A-D0081F922DC4}"/>
              </a:ext>
            </a:extLst>
          </p:cNvPr>
          <p:cNvSpPr/>
          <p:nvPr/>
        </p:nvSpPr>
        <p:spPr>
          <a:xfrm>
            <a:off x="11902701" y="7612539"/>
            <a:ext cx="432936" cy="3155203"/>
          </a:xfrm>
          <a:prstGeom prst="roundRect">
            <a:avLst/>
          </a:prstGeom>
          <a:gradFill>
            <a:gsLst>
              <a:gs pos="0">
                <a:schemeClr val="accent1">
                  <a:lumMod val="5000"/>
                  <a:lumOff val="95000"/>
                </a:schemeClr>
              </a:gs>
              <a:gs pos="100000">
                <a:schemeClr val="tx1"/>
              </a:gs>
            </a:gsLst>
            <a:lin ang="5400000" scaled="1"/>
          </a:grad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cxnSp>
        <p:nvCxnSpPr>
          <p:cNvPr id="58" name="Straight Connector 57">
            <a:extLst>
              <a:ext uri="{FF2B5EF4-FFF2-40B4-BE49-F238E27FC236}">
                <a16:creationId xmlns:a16="http://schemas.microsoft.com/office/drawing/2014/main" id="{AFDB19EC-01D2-4F30-495D-8E217B957503}"/>
              </a:ext>
            </a:extLst>
          </p:cNvPr>
          <p:cNvCxnSpPr/>
          <p:nvPr/>
        </p:nvCxnSpPr>
        <p:spPr>
          <a:xfrm>
            <a:off x="11744837" y="8079618"/>
            <a:ext cx="74866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DBC7D79-728A-649E-3306-1E9BB2C7117C}"/>
              </a:ext>
            </a:extLst>
          </p:cNvPr>
          <p:cNvCxnSpPr/>
          <p:nvPr/>
        </p:nvCxnSpPr>
        <p:spPr>
          <a:xfrm>
            <a:off x="11744837" y="8494265"/>
            <a:ext cx="74866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52FC117A-43A2-1C4C-06E8-1FE530A5FD40}"/>
              </a:ext>
            </a:extLst>
          </p:cNvPr>
          <p:cNvSpPr/>
          <p:nvPr/>
        </p:nvSpPr>
        <p:spPr>
          <a:xfrm>
            <a:off x="16488802" y="7612539"/>
            <a:ext cx="432936" cy="3155203"/>
          </a:xfrm>
          <a:prstGeom prst="roundRect">
            <a:avLst/>
          </a:prstGeom>
          <a:gradFill>
            <a:gsLst>
              <a:gs pos="0">
                <a:schemeClr val="accent1">
                  <a:lumMod val="5000"/>
                  <a:lumOff val="95000"/>
                </a:schemeClr>
              </a:gs>
              <a:gs pos="100000">
                <a:schemeClr val="tx1"/>
              </a:gs>
            </a:gsLst>
            <a:lin ang="5400000" scaled="1"/>
          </a:grad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cxnSp>
        <p:nvCxnSpPr>
          <p:cNvPr id="61" name="Straight Connector 60">
            <a:extLst>
              <a:ext uri="{FF2B5EF4-FFF2-40B4-BE49-F238E27FC236}">
                <a16:creationId xmlns:a16="http://schemas.microsoft.com/office/drawing/2014/main" id="{880A1190-70C8-76DC-8A24-4162717E8A31}"/>
              </a:ext>
            </a:extLst>
          </p:cNvPr>
          <p:cNvCxnSpPr>
            <a:cxnSpLocks/>
          </p:cNvCxnSpPr>
          <p:nvPr/>
        </p:nvCxnSpPr>
        <p:spPr>
          <a:xfrm>
            <a:off x="16330935" y="8166002"/>
            <a:ext cx="74866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CB48F5F-4C17-7441-01BA-733379C39C3D}"/>
              </a:ext>
            </a:extLst>
          </p:cNvPr>
          <p:cNvCxnSpPr>
            <a:cxnSpLocks/>
          </p:cNvCxnSpPr>
          <p:nvPr/>
        </p:nvCxnSpPr>
        <p:spPr>
          <a:xfrm>
            <a:off x="16330935" y="8580649"/>
            <a:ext cx="74866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3CF7B5B5-9712-3F1A-87B9-3CFB24826B70}"/>
              </a:ext>
            </a:extLst>
          </p:cNvPr>
          <p:cNvSpPr/>
          <p:nvPr/>
        </p:nvSpPr>
        <p:spPr>
          <a:xfrm>
            <a:off x="9570390" y="7015890"/>
            <a:ext cx="2137962" cy="649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309" b="1">
                <a:solidFill>
                  <a:schemeClr val="tx1"/>
                </a:solidFill>
              </a:rPr>
              <a:t>Level -</a:t>
            </a:r>
            <a:endParaRPr lang="he-IL" sz="2309" b="1">
              <a:solidFill>
                <a:schemeClr val="tx1"/>
              </a:solidFill>
            </a:endParaRPr>
          </a:p>
        </p:txBody>
      </p:sp>
      <p:sp>
        <p:nvSpPr>
          <p:cNvPr id="64" name="Rectangle 63">
            <a:extLst>
              <a:ext uri="{FF2B5EF4-FFF2-40B4-BE49-F238E27FC236}">
                <a16:creationId xmlns:a16="http://schemas.microsoft.com/office/drawing/2014/main" id="{65F4795D-E3F4-2BAE-B3BB-EC77455ADD4F}"/>
              </a:ext>
            </a:extLst>
          </p:cNvPr>
          <p:cNvSpPr/>
          <p:nvPr/>
        </p:nvSpPr>
        <p:spPr>
          <a:xfrm>
            <a:off x="14192973" y="6985071"/>
            <a:ext cx="2137962" cy="649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309" b="1">
                <a:solidFill>
                  <a:schemeClr val="tx1"/>
                </a:solidFill>
              </a:rPr>
              <a:t>Gain -</a:t>
            </a:r>
            <a:endParaRPr lang="he-IL" sz="2309" b="1">
              <a:solidFill>
                <a:schemeClr val="tx1"/>
              </a:solidFill>
            </a:endParaRPr>
          </a:p>
        </p:txBody>
      </p:sp>
      <p:sp>
        <p:nvSpPr>
          <p:cNvPr id="2" name="Google Shape;156;p23">
            <a:extLst>
              <a:ext uri="{FF2B5EF4-FFF2-40B4-BE49-F238E27FC236}">
                <a16:creationId xmlns:a16="http://schemas.microsoft.com/office/drawing/2014/main" id="{A80A98E3-4805-73D6-AB24-A238968AD030}"/>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a:t>
            </a:r>
            <a:endParaRPr>
              <a:latin typeface="Barlow Condensed ExtraBold"/>
              <a:sym typeface="Barlow Condensed ExtraBold"/>
            </a:endParaRPr>
          </a:p>
        </p:txBody>
      </p:sp>
    </p:spTree>
    <p:extLst>
      <p:ext uri="{BB962C8B-B14F-4D97-AF65-F5344CB8AC3E}">
        <p14:creationId xmlns:p14="http://schemas.microsoft.com/office/powerpoint/2010/main" val="14712783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fade">
                                      <p:cBhvr>
                                        <p:cTn id="10" dur="500"/>
                                        <p:tgtEl>
                                          <p:spTgt spid="18">
                                            <p:txEl>
                                              <p:pRg st="1" end="1"/>
                                            </p:txEl>
                                          </p:spTgt>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circle(in)">
                                      <p:cBhvr>
                                        <p:cTn id="19" dur="2000"/>
                                        <p:tgtEl>
                                          <p:spTgt spid="21"/>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circle(in)">
                                      <p:cBhvr>
                                        <p:cTn id="22" dur="2000"/>
                                        <p:tgtEl>
                                          <p:spTgt spid="20"/>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circle(in)">
                                      <p:cBhvr>
                                        <p:cTn id="25" dur="2000"/>
                                        <p:tgtEl>
                                          <p:spTgt spid="13"/>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circle(in)">
                                      <p:cBhvr>
                                        <p:cTn id="28" dur="2000"/>
                                        <p:tgtEl>
                                          <p:spTgt spid="14"/>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circle(in)">
                                      <p:cBhvr>
                                        <p:cTn id="31" dur="2000"/>
                                        <p:tgtEl>
                                          <p:spTgt spid="17"/>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xEl>
                                              <p:pRg st="2" end="2"/>
                                            </p:txEl>
                                          </p:spTgt>
                                        </p:tgtEl>
                                        <p:attrNameLst>
                                          <p:attrName>style.visibility</p:attrName>
                                        </p:attrNameLst>
                                      </p:cBhvr>
                                      <p:to>
                                        <p:strVal val="visible"/>
                                      </p:to>
                                    </p:set>
                                    <p:animEffect transition="in" filter="fade">
                                      <p:cBhvr>
                                        <p:cTn id="34" dur="500"/>
                                        <p:tgtEl>
                                          <p:spTgt spid="18">
                                            <p:txEl>
                                              <p:pRg st="2" end="2"/>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xEl>
                                              <p:pRg st="3" end="3"/>
                                            </p:txEl>
                                          </p:spTgt>
                                        </p:tgtEl>
                                        <p:attrNameLst>
                                          <p:attrName>style.visibility</p:attrName>
                                        </p:attrNameLst>
                                      </p:cBhvr>
                                      <p:to>
                                        <p:strVal val="visible"/>
                                      </p:to>
                                    </p:set>
                                    <p:animEffect transition="in" filter="fade">
                                      <p:cBhvr>
                                        <p:cTn id="37" dur="500"/>
                                        <p:tgtEl>
                                          <p:spTgt spid="18">
                                            <p:txEl>
                                              <p:pRg st="3" end="3"/>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xEl>
                                              <p:pRg st="4" end="4"/>
                                            </p:txEl>
                                          </p:spTgt>
                                        </p:tgtEl>
                                        <p:attrNameLst>
                                          <p:attrName>style.visibility</p:attrName>
                                        </p:attrNameLst>
                                      </p:cBhvr>
                                      <p:to>
                                        <p:strVal val="visible"/>
                                      </p:to>
                                    </p:set>
                                    <p:animEffect transition="in" filter="fade">
                                      <p:cBhvr>
                                        <p:cTn id="40" dur="500"/>
                                        <p:tgtEl>
                                          <p:spTgt spid="18">
                                            <p:txEl>
                                              <p:pRg st="4" end="4"/>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xEl>
                                              <p:pRg st="5" end="5"/>
                                            </p:txEl>
                                          </p:spTgt>
                                        </p:tgtEl>
                                        <p:attrNameLst>
                                          <p:attrName>style.visibility</p:attrName>
                                        </p:attrNameLst>
                                      </p:cBhvr>
                                      <p:to>
                                        <p:strVal val="visible"/>
                                      </p:to>
                                    </p:set>
                                    <p:animEffect transition="in" filter="fade">
                                      <p:cBhvr>
                                        <p:cTn id="43" dur="500"/>
                                        <p:tgtEl>
                                          <p:spTgt spid="18">
                                            <p:txEl>
                                              <p:pRg st="5" end="5"/>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xEl>
                                              <p:pRg st="6" end="6"/>
                                            </p:txEl>
                                          </p:spTgt>
                                        </p:tgtEl>
                                        <p:attrNameLst>
                                          <p:attrName>style.visibility</p:attrName>
                                        </p:attrNameLst>
                                      </p:cBhvr>
                                      <p:to>
                                        <p:strVal val="visible"/>
                                      </p:to>
                                    </p:set>
                                    <p:animEffect transition="in" filter="fade">
                                      <p:cBhvr>
                                        <p:cTn id="46" dur="500"/>
                                        <p:tgtEl>
                                          <p:spTgt spid="18">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500"/>
                                        <p:tgtEl>
                                          <p:spTgt spid="58"/>
                                        </p:tgtEl>
                                      </p:cBhvr>
                                    </p:animEffect>
                                  </p:childTnLst>
                                </p:cTn>
                              </p:par>
                              <p:par>
                                <p:cTn id="52" presetID="10" presetClass="entr" presetSubtype="0" fill="hold" nodeType="with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fade">
                                      <p:cBhvr>
                                        <p:cTn id="54" dur="500"/>
                                        <p:tgtEl>
                                          <p:spTgt spid="59"/>
                                        </p:tgtEl>
                                      </p:cBhvr>
                                    </p:animEffect>
                                  </p:childTnLst>
                                </p:cTn>
                              </p:par>
                              <p:par>
                                <p:cTn id="55" presetID="10" presetClass="entr" presetSubtype="0" fill="hold" nodeType="with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fade">
                                      <p:cBhvr>
                                        <p:cTn id="57" dur="500"/>
                                        <p:tgtEl>
                                          <p:spTgt spid="6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7"/>
                                        </p:tgtEl>
                                        <p:attrNameLst>
                                          <p:attrName>style.visibility</p:attrName>
                                        </p:attrNameLst>
                                      </p:cBhvr>
                                      <p:to>
                                        <p:strVal val="visible"/>
                                      </p:to>
                                    </p:set>
                                    <p:animEffect transition="in" filter="fade">
                                      <p:cBhvr>
                                        <p:cTn id="60" dur="500"/>
                                        <p:tgtEl>
                                          <p:spTgt spid="5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animEffect transition="in" filter="fade">
                                      <p:cBhvr>
                                        <p:cTn id="63" dur="500"/>
                                        <p:tgtEl>
                                          <p:spTgt spid="60"/>
                                        </p:tgtEl>
                                      </p:cBhvr>
                                    </p:animEffect>
                                  </p:childTnLst>
                                </p:cTn>
                              </p:par>
                              <p:par>
                                <p:cTn id="64" presetID="10" presetClass="entr" presetSubtype="0" fill="hold" nodeType="withEffect">
                                  <p:stCondLst>
                                    <p:cond delay="0"/>
                                  </p:stCondLst>
                                  <p:childTnLst>
                                    <p:set>
                                      <p:cBhvr>
                                        <p:cTn id="65" dur="1" fill="hold">
                                          <p:stCondLst>
                                            <p:cond delay="0"/>
                                          </p:stCondLst>
                                        </p:cTn>
                                        <p:tgtEl>
                                          <p:spTgt spid="61"/>
                                        </p:tgtEl>
                                        <p:attrNameLst>
                                          <p:attrName>style.visibility</p:attrName>
                                        </p:attrNameLst>
                                      </p:cBhvr>
                                      <p:to>
                                        <p:strVal val="visible"/>
                                      </p:to>
                                    </p:set>
                                    <p:animEffect transition="in" filter="fade">
                                      <p:cBhvr>
                                        <p:cTn id="66" dur="500"/>
                                        <p:tgtEl>
                                          <p:spTgt spid="6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animEffect transition="in" filter="fade">
                                      <p:cBhvr>
                                        <p:cTn id="69" dur="500"/>
                                        <p:tgtEl>
                                          <p:spTgt spid="6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4"/>
                                        </p:tgtEl>
                                        <p:attrNameLst>
                                          <p:attrName>style.visibility</p:attrName>
                                        </p:attrNameLst>
                                      </p:cBhvr>
                                      <p:to>
                                        <p:strVal val="visible"/>
                                      </p:to>
                                    </p:set>
                                    <p:animEffect transition="in" filter="fade">
                                      <p:cBhvr>
                                        <p:cTn id="72" dur="500"/>
                                        <p:tgtEl>
                                          <p:spTgt spid="64"/>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path" presetSubtype="0" accel="50000" decel="50000" fill="hold" nodeType="clickEffect">
                                  <p:stCondLst>
                                    <p:cond delay="0"/>
                                  </p:stCondLst>
                                  <p:childTnLst>
                                    <p:animMotion origin="layout" path="M -4.58333E-6 -1.85185E-6 L -4.58333E-6 0.14931 " pathEditMode="relative" rAng="0" ptsTypes="AA">
                                      <p:cBhvr>
                                        <p:cTn id="76" dur="2000" fill="hold"/>
                                        <p:tgtEl>
                                          <p:spTgt spid="58"/>
                                        </p:tgtEl>
                                        <p:attrNameLst>
                                          <p:attrName>ppt_x</p:attrName>
                                          <p:attrName>ppt_y</p:attrName>
                                        </p:attrNameLst>
                                      </p:cBhvr>
                                      <p:rCtr x="0" y="7454"/>
                                    </p:animMotion>
                                  </p:childTnLst>
                                </p:cTn>
                              </p:par>
                              <p:par>
                                <p:cTn id="77" presetID="42" presetClass="path" presetSubtype="0" accel="50000" decel="50000" fill="hold" nodeType="withEffect">
                                  <p:stCondLst>
                                    <p:cond delay="0"/>
                                  </p:stCondLst>
                                  <p:childTnLst>
                                    <p:animMotion origin="layout" path="M -4.58333E-6 2.59259E-6 L -4.58333E-6 0.1493 " pathEditMode="relative" rAng="0" ptsTypes="AA">
                                      <p:cBhvr>
                                        <p:cTn id="78" dur="2000" fill="hold"/>
                                        <p:tgtEl>
                                          <p:spTgt spid="59"/>
                                        </p:tgtEl>
                                        <p:attrNameLst>
                                          <p:attrName>ppt_x</p:attrName>
                                          <p:attrName>ppt_y</p:attrName>
                                        </p:attrNameLst>
                                      </p:cBhvr>
                                      <p:rCtr x="0" y="7454"/>
                                    </p:animMotion>
                                  </p:childTnLst>
                                </p:cTn>
                              </p:par>
                            </p:childTnLst>
                          </p:cTn>
                        </p:par>
                        <p:par>
                          <p:cTn id="79" fill="hold">
                            <p:stCondLst>
                              <p:cond delay="2000"/>
                            </p:stCondLst>
                            <p:childTnLst>
                              <p:par>
                                <p:cTn id="80" presetID="42" presetClass="path" presetSubtype="0" accel="50000" decel="50000" fill="hold" nodeType="afterEffect">
                                  <p:stCondLst>
                                    <p:cond delay="0"/>
                                  </p:stCondLst>
                                  <p:childTnLst>
                                    <p:animMotion origin="layout" path="M -4.58333E-6 -1.85185E-6 L 0.00053 0.15162 " pathEditMode="relative" rAng="0" ptsTypes="AA">
                                      <p:cBhvr>
                                        <p:cTn id="81" dur="2000" spd="-100000" fill="hold"/>
                                        <p:tgtEl>
                                          <p:spTgt spid="58"/>
                                        </p:tgtEl>
                                        <p:attrNameLst>
                                          <p:attrName>ppt_x</p:attrName>
                                          <p:attrName>ppt_y</p:attrName>
                                        </p:attrNameLst>
                                      </p:cBhvr>
                                      <p:rCtr x="26" y="7569"/>
                                    </p:animMotion>
                                  </p:childTnLst>
                                </p:cTn>
                              </p:par>
                              <p:par>
                                <p:cTn id="82" presetID="42" presetClass="path" presetSubtype="0" accel="50000" decel="50000" fill="hold" nodeType="withEffect">
                                  <p:stCondLst>
                                    <p:cond delay="0"/>
                                  </p:stCondLst>
                                  <p:childTnLst>
                                    <p:animMotion origin="layout" path="M -4.58333E-6 2.59259E-6 L 0.00053 0.15162 " pathEditMode="relative" rAng="0" ptsTypes="AA">
                                      <p:cBhvr>
                                        <p:cTn id="83" dur="2000" spd="-100000" fill="hold"/>
                                        <p:tgtEl>
                                          <p:spTgt spid="59"/>
                                        </p:tgtEl>
                                        <p:attrNameLst>
                                          <p:attrName>ppt_x</p:attrName>
                                          <p:attrName>ppt_y</p:attrName>
                                        </p:attrNameLst>
                                      </p:cBhvr>
                                      <p:rCtr x="26" y="7569"/>
                                    </p:animMotion>
                                  </p:childTnLst>
                                </p:cTn>
                              </p:par>
                            </p:childTnLst>
                          </p:cTn>
                        </p:par>
                        <p:par>
                          <p:cTn id="84" fill="hold">
                            <p:stCondLst>
                              <p:cond delay="4000"/>
                            </p:stCondLst>
                            <p:childTnLst>
                              <p:par>
                                <p:cTn id="85" presetID="42" presetClass="path" presetSubtype="0" accel="50000" decel="50000" fill="hold" nodeType="afterEffect">
                                  <p:stCondLst>
                                    <p:cond delay="0"/>
                                  </p:stCondLst>
                                  <p:childTnLst>
                                    <p:animMotion origin="layout" path="M -4.58333E-6 -1.85185E-6 L -4.58333E-6 0.14815 " pathEditMode="relative" rAng="0" ptsTypes="AA">
                                      <p:cBhvr>
                                        <p:cTn id="86" dur="2000" fill="hold"/>
                                        <p:tgtEl>
                                          <p:spTgt spid="58"/>
                                        </p:tgtEl>
                                        <p:attrNameLst>
                                          <p:attrName>ppt_x</p:attrName>
                                          <p:attrName>ppt_y</p:attrName>
                                        </p:attrNameLst>
                                      </p:cBhvr>
                                      <p:rCtr x="0" y="7407"/>
                                    </p:animMotion>
                                  </p:childTnLst>
                                </p:cTn>
                              </p:par>
                              <p:par>
                                <p:cTn id="87" presetID="42" presetClass="path" presetSubtype="0" accel="50000" decel="50000" fill="hold" nodeType="withEffect">
                                  <p:stCondLst>
                                    <p:cond delay="0"/>
                                  </p:stCondLst>
                                  <p:childTnLst>
                                    <p:animMotion origin="layout" path="M -4.58333E-6 2.59259E-6 L -4.58333E-6 0.14815 " pathEditMode="relative" rAng="0" ptsTypes="AA">
                                      <p:cBhvr>
                                        <p:cTn id="88" dur="2000" fill="hold"/>
                                        <p:tgtEl>
                                          <p:spTgt spid="59"/>
                                        </p:tgtEl>
                                        <p:attrNameLst>
                                          <p:attrName>ppt_x</p:attrName>
                                          <p:attrName>ppt_y</p:attrName>
                                        </p:attrNameLst>
                                      </p:cBhvr>
                                      <p:rCtr x="0" y="7407"/>
                                    </p:animMotion>
                                  </p:childTnLst>
                                </p:cTn>
                              </p:par>
                            </p:childTnLst>
                          </p:cTn>
                        </p:par>
                        <p:par>
                          <p:cTn id="89" fill="hold">
                            <p:stCondLst>
                              <p:cond delay="6000"/>
                            </p:stCondLst>
                            <p:childTnLst>
                              <p:par>
                                <p:cTn id="90" presetID="64" presetClass="path" presetSubtype="0" accel="50000" decel="50000" fill="hold" nodeType="afterEffect">
                                  <p:stCondLst>
                                    <p:cond delay="0"/>
                                  </p:stCondLst>
                                  <p:childTnLst>
                                    <p:animMotion origin="layout" path="M -4.58333E-6 0.14931 L -4.58333E-6 -1.85185E-6 " pathEditMode="relative" rAng="0" ptsTypes="AA">
                                      <p:cBhvr>
                                        <p:cTn id="91" dur="2000" fill="hold"/>
                                        <p:tgtEl>
                                          <p:spTgt spid="58"/>
                                        </p:tgtEl>
                                        <p:attrNameLst>
                                          <p:attrName>ppt_x</p:attrName>
                                          <p:attrName>ppt_y</p:attrName>
                                        </p:attrNameLst>
                                      </p:cBhvr>
                                      <p:rCtr x="0" y="-7477"/>
                                    </p:animMotion>
                                  </p:childTnLst>
                                </p:cTn>
                              </p:par>
                              <p:par>
                                <p:cTn id="92" presetID="64" presetClass="path" presetSubtype="0" accel="50000" decel="50000" fill="hold" nodeType="withEffect">
                                  <p:stCondLst>
                                    <p:cond delay="0"/>
                                  </p:stCondLst>
                                  <p:childTnLst>
                                    <p:animMotion origin="layout" path="M -4.58333E-6 0.1493 L -4.58333E-6 2.59259E-6 " pathEditMode="relative" rAng="0" ptsTypes="AA">
                                      <p:cBhvr>
                                        <p:cTn id="93" dur="2000" fill="hold"/>
                                        <p:tgtEl>
                                          <p:spTgt spid="59"/>
                                        </p:tgtEl>
                                        <p:attrNameLst>
                                          <p:attrName>ppt_x</p:attrName>
                                          <p:attrName>ppt_y</p:attrName>
                                        </p:attrNameLst>
                                      </p:cBhvr>
                                      <p:rCtr x="0" y="-7477"/>
                                    </p:animMotion>
                                  </p:childTnLst>
                                </p:cTn>
                              </p:par>
                            </p:childTnLst>
                          </p:cTn>
                        </p:par>
                      </p:childTnLst>
                    </p:cTn>
                  </p:par>
                  <p:par>
                    <p:cTn id="94" fill="hold">
                      <p:stCondLst>
                        <p:cond delay="indefinite"/>
                      </p:stCondLst>
                      <p:childTnLst>
                        <p:par>
                          <p:cTn id="95" fill="hold">
                            <p:stCondLst>
                              <p:cond delay="0"/>
                            </p:stCondLst>
                            <p:childTnLst>
                              <p:par>
                                <p:cTn id="96" presetID="42" presetClass="path" presetSubtype="0" accel="50000" decel="50000" fill="hold" nodeType="clickEffect">
                                  <p:stCondLst>
                                    <p:cond delay="0"/>
                                  </p:stCondLst>
                                  <p:childTnLst>
                                    <p:animMotion origin="layout" path="M 4.16667E-7 3.7037E-6 L 4.16667E-7 0.1493 " pathEditMode="relative" rAng="0" ptsTypes="AA">
                                      <p:cBhvr>
                                        <p:cTn id="97" dur="2000" fill="hold"/>
                                        <p:tgtEl>
                                          <p:spTgt spid="62"/>
                                        </p:tgtEl>
                                        <p:attrNameLst>
                                          <p:attrName>ppt_x</p:attrName>
                                          <p:attrName>ppt_y</p:attrName>
                                        </p:attrNameLst>
                                      </p:cBhvr>
                                      <p:rCtr x="0" y="7454"/>
                                    </p:animMotion>
                                  </p:childTnLst>
                                </p:cTn>
                              </p:par>
                            </p:childTnLst>
                          </p:cTn>
                        </p:par>
                        <p:par>
                          <p:cTn id="98" fill="hold">
                            <p:stCondLst>
                              <p:cond delay="2000"/>
                            </p:stCondLst>
                            <p:childTnLst>
                              <p:par>
                                <p:cTn id="99" presetID="42" presetClass="path" presetSubtype="0" accel="50000" decel="50000" fill="hold" nodeType="afterEffect">
                                  <p:stCondLst>
                                    <p:cond delay="0"/>
                                  </p:stCondLst>
                                  <p:childTnLst>
                                    <p:animMotion origin="layout" path="M 4.16667E-7 3.7037E-6 L 0.00052 0.15162 " pathEditMode="relative" rAng="0" ptsTypes="AA">
                                      <p:cBhvr>
                                        <p:cTn id="100" dur="2000" spd="-100000" fill="hold"/>
                                        <p:tgtEl>
                                          <p:spTgt spid="62"/>
                                        </p:tgtEl>
                                        <p:attrNameLst>
                                          <p:attrName>ppt_x</p:attrName>
                                          <p:attrName>ppt_y</p:attrName>
                                        </p:attrNameLst>
                                      </p:cBhvr>
                                      <p:rCtr x="26" y="7569"/>
                                    </p:animMotion>
                                  </p:childTnLst>
                                </p:cTn>
                              </p:par>
                            </p:childTnLst>
                          </p:cTn>
                        </p:par>
                        <p:par>
                          <p:cTn id="101" fill="hold">
                            <p:stCondLst>
                              <p:cond delay="4000"/>
                            </p:stCondLst>
                            <p:childTnLst>
                              <p:par>
                                <p:cTn id="102" presetID="42" presetClass="path" presetSubtype="0" accel="50000" decel="50000" fill="hold" nodeType="afterEffect">
                                  <p:stCondLst>
                                    <p:cond delay="0"/>
                                  </p:stCondLst>
                                  <p:childTnLst>
                                    <p:animMotion origin="layout" path="M 4.16667E-7 3.7037E-6 L 4.16667E-7 0.14814 " pathEditMode="relative" rAng="0" ptsTypes="AA">
                                      <p:cBhvr>
                                        <p:cTn id="103" dur="2000" fill="hold"/>
                                        <p:tgtEl>
                                          <p:spTgt spid="62"/>
                                        </p:tgtEl>
                                        <p:attrNameLst>
                                          <p:attrName>ppt_x</p:attrName>
                                          <p:attrName>ppt_y</p:attrName>
                                        </p:attrNameLst>
                                      </p:cBhvr>
                                      <p:rCtr x="0" y="7407"/>
                                    </p:animMotion>
                                  </p:childTnLst>
                                </p:cTn>
                              </p:par>
                            </p:childTnLst>
                          </p:cTn>
                        </p:par>
                        <p:par>
                          <p:cTn id="104" fill="hold">
                            <p:stCondLst>
                              <p:cond delay="6000"/>
                            </p:stCondLst>
                            <p:childTnLst>
                              <p:par>
                                <p:cTn id="105" presetID="64" presetClass="path" presetSubtype="0" accel="50000" decel="50000" fill="hold" nodeType="afterEffect">
                                  <p:stCondLst>
                                    <p:cond delay="0"/>
                                  </p:stCondLst>
                                  <p:childTnLst>
                                    <p:animMotion origin="layout" path="M 4.16667E-7 0.1493 L 4.16667E-7 3.7037E-6 " pathEditMode="relative" rAng="0" ptsTypes="AA">
                                      <p:cBhvr>
                                        <p:cTn id="106" dur="2000" fill="hold"/>
                                        <p:tgtEl>
                                          <p:spTgt spid="62"/>
                                        </p:tgtEl>
                                        <p:attrNameLst>
                                          <p:attrName>ppt_x</p:attrName>
                                          <p:attrName>ppt_y</p:attrName>
                                        </p:attrNameLst>
                                      </p:cBhvr>
                                      <p:rCtr x="0" y="-74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3" grpId="0" animBg="1"/>
      <p:bldP spid="14" grpId="0" animBg="1"/>
      <p:bldP spid="17" grpId="0" animBg="1"/>
      <p:bldP spid="20" grpId="0" animBg="1"/>
      <p:bldP spid="21" grpId="0" animBg="1"/>
      <p:bldP spid="57" grpId="0" animBg="1"/>
      <p:bldP spid="60" grpId="0" animBg="1"/>
      <p:bldP spid="63" grpId="0"/>
      <p:bldP spid="6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A4B4D-094E-53FE-649C-E2A907CD11E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C50C3C7-EB30-31A0-CCC2-BCE4E7C8E43B}"/>
              </a:ext>
            </a:extLst>
          </p:cNvPr>
          <p:cNvPicPr>
            <a:picLocks noChangeAspect="1"/>
          </p:cNvPicPr>
          <p:nvPr/>
        </p:nvPicPr>
        <p:blipFill>
          <a:blip r:embed="rId2"/>
          <a:stretch>
            <a:fillRect/>
          </a:stretch>
        </p:blipFill>
        <p:spPr>
          <a:xfrm>
            <a:off x="185532" y="2470711"/>
            <a:ext cx="6957903" cy="5308739"/>
          </a:xfrm>
          <a:prstGeom prst="rect">
            <a:avLst/>
          </a:prstGeom>
        </p:spPr>
      </p:pic>
      <p:sp>
        <p:nvSpPr>
          <p:cNvPr id="4" name="Content Placeholder 2">
            <a:extLst>
              <a:ext uri="{FF2B5EF4-FFF2-40B4-BE49-F238E27FC236}">
                <a16:creationId xmlns:a16="http://schemas.microsoft.com/office/drawing/2014/main" id="{D845C7F5-E716-2FF6-D2F7-A6DFC6D9DCB2}"/>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3" name="Rectangle 2">
            <a:extLst>
              <a:ext uri="{FF2B5EF4-FFF2-40B4-BE49-F238E27FC236}">
                <a16:creationId xmlns:a16="http://schemas.microsoft.com/office/drawing/2014/main" id="{831D8590-FD57-9281-7830-FC13A04327E1}"/>
              </a:ext>
            </a:extLst>
          </p:cNvPr>
          <p:cNvSpPr/>
          <p:nvPr/>
        </p:nvSpPr>
        <p:spPr>
          <a:xfrm>
            <a:off x="7572412" y="2470711"/>
            <a:ext cx="12117956" cy="8904840"/>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b="1">
                <a:solidFill>
                  <a:schemeClr val="tx1"/>
                </a:solidFill>
              </a:rPr>
              <a:t>VIS Channel Control </a:t>
            </a:r>
          </a:p>
          <a:p>
            <a:r>
              <a:rPr lang="en-US" sz="2309">
                <a:solidFill>
                  <a:schemeClr val="tx1"/>
                </a:solidFill>
              </a:rPr>
              <a:t>This section allows you to manage and fine-tune the VIS sensor settings:</a:t>
            </a:r>
            <a:br>
              <a:rPr lang="en-US" sz="2309">
                <a:solidFill>
                  <a:schemeClr val="tx1"/>
                </a:solidFill>
              </a:rPr>
            </a:br>
            <a:endParaRPr lang="en-US" sz="2309">
              <a:solidFill>
                <a:schemeClr val="tx1"/>
              </a:solidFill>
            </a:endParaRPr>
          </a:p>
          <a:p>
            <a:pPr marL="565442" indent="-565442">
              <a:buFont typeface="Arial" panose="020B0604020202020204" pitchFamily="34" charset="0"/>
              <a:buChar char="•"/>
            </a:pPr>
            <a:r>
              <a:rPr lang="en-US" sz="2309">
                <a:solidFill>
                  <a:schemeClr val="tx1"/>
                </a:solidFill>
              </a:rPr>
              <a:t>Sharpness – Controls how crisp and detailed the image looks.</a:t>
            </a:r>
          </a:p>
          <a:p>
            <a:pPr marL="565442" indent="-565442">
              <a:buFont typeface="Arial" panose="020B0604020202020204" pitchFamily="34" charset="0"/>
              <a:buChar char="•"/>
            </a:pPr>
            <a:r>
              <a:rPr lang="en-US" sz="2309">
                <a:solidFill>
                  <a:schemeClr val="tx1"/>
                </a:solidFill>
              </a:rPr>
              <a:t>Level – Adjusts overall brightness and contrast balance.</a:t>
            </a:r>
          </a:p>
          <a:p>
            <a:pPr marL="565442" indent="-565442">
              <a:buFont typeface="Arial" panose="020B0604020202020204" pitchFamily="34" charset="0"/>
              <a:buChar char="•"/>
            </a:pPr>
            <a:r>
              <a:rPr lang="en-US" sz="2309">
                <a:solidFill>
                  <a:schemeClr val="tx1"/>
                </a:solidFill>
              </a:rPr>
              <a:t>Gain – Brightens the image in low light but may add noise.</a:t>
            </a:r>
          </a:p>
          <a:p>
            <a:pPr marL="565442" indent="-565442">
              <a:buFont typeface="Arial" panose="020B0604020202020204" pitchFamily="34" charset="0"/>
              <a:buChar char="•"/>
            </a:pPr>
            <a:r>
              <a:rPr lang="en-US" sz="2309">
                <a:solidFill>
                  <a:schemeClr val="tx1"/>
                </a:solidFill>
              </a:rPr>
              <a:t>Manual Exposure – Sets how long the sensor captures light; longer = brighter but can blur motion.</a:t>
            </a:r>
          </a:p>
          <a:p>
            <a:pPr defTabSz="1507846">
              <a:buClrTx/>
              <a:defRPr/>
            </a:pPr>
            <a:endParaRPr lang="en-US" sz="2309">
              <a:solidFill>
                <a:schemeClr val="tx1"/>
              </a:solidFill>
              <a:latin typeface="Calibri" panose="020F0502020204030204"/>
            </a:endParaRPr>
          </a:p>
        </p:txBody>
      </p:sp>
      <p:sp>
        <p:nvSpPr>
          <p:cNvPr id="2" name="Rectangle: Rounded Corners 1">
            <a:extLst>
              <a:ext uri="{FF2B5EF4-FFF2-40B4-BE49-F238E27FC236}">
                <a16:creationId xmlns:a16="http://schemas.microsoft.com/office/drawing/2014/main" id="{9DABAA0F-0BB7-721D-7169-F15D53557A92}"/>
              </a:ext>
            </a:extLst>
          </p:cNvPr>
          <p:cNvSpPr/>
          <p:nvPr/>
        </p:nvSpPr>
        <p:spPr>
          <a:xfrm>
            <a:off x="914586" y="5484096"/>
            <a:ext cx="2630809"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9" name="Rectangle: Rounded Corners 8">
            <a:extLst>
              <a:ext uri="{FF2B5EF4-FFF2-40B4-BE49-F238E27FC236}">
                <a16:creationId xmlns:a16="http://schemas.microsoft.com/office/drawing/2014/main" id="{B6B23B66-CAAA-4C37-192C-63E9560FC05B}"/>
              </a:ext>
            </a:extLst>
          </p:cNvPr>
          <p:cNvSpPr/>
          <p:nvPr/>
        </p:nvSpPr>
        <p:spPr>
          <a:xfrm>
            <a:off x="914586" y="5950786"/>
            <a:ext cx="2630809"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1" name="Rectangle: Rounded Corners 10">
            <a:extLst>
              <a:ext uri="{FF2B5EF4-FFF2-40B4-BE49-F238E27FC236}">
                <a16:creationId xmlns:a16="http://schemas.microsoft.com/office/drawing/2014/main" id="{6D4F1FCB-DA13-2044-F9A8-437DA276ABF3}"/>
              </a:ext>
            </a:extLst>
          </p:cNvPr>
          <p:cNvSpPr/>
          <p:nvPr/>
        </p:nvSpPr>
        <p:spPr>
          <a:xfrm>
            <a:off x="914587" y="6417476"/>
            <a:ext cx="2630809" cy="4358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13" name="Rectangle: Rounded Corners 12">
            <a:extLst>
              <a:ext uri="{FF2B5EF4-FFF2-40B4-BE49-F238E27FC236}">
                <a16:creationId xmlns:a16="http://schemas.microsoft.com/office/drawing/2014/main" id="{508D4726-EB4C-828C-FD39-BA297EDAB192}"/>
              </a:ext>
            </a:extLst>
          </p:cNvPr>
          <p:cNvSpPr/>
          <p:nvPr/>
        </p:nvSpPr>
        <p:spPr>
          <a:xfrm>
            <a:off x="3974372" y="5295024"/>
            <a:ext cx="2088271" cy="65576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309"/>
          </a:p>
        </p:txBody>
      </p:sp>
      <p:sp>
        <p:nvSpPr>
          <p:cNvPr id="7" name="Google Shape;156;p23">
            <a:extLst>
              <a:ext uri="{FF2B5EF4-FFF2-40B4-BE49-F238E27FC236}">
                <a16:creationId xmlns:a16="http://schemas.microsoft.com/office/drawing/2014/main" id="{8B257DB6-EF1D-D17C-0DD1-B10E84C2AA37}"/>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a:t>
            </a:r>
            <a:endParaRPr>
              <a:latin typeface="Barlow Condensed ExtraBold"/>
              <a:sym typeface="Barlow Condensed ExtraBold"/>
            </a:endParaRPr>
          </a:p>
        </p:txBody>
      </p:sp>
    </p:spTree>
    <p:extLst>
      <p:ext uri="{BB962C8B-B14F-4D97-AF65-F5344CB8AC3E}">
        <p14:creationId xmlns:p14="http://schemas.microsoft.com/office/powerpoint/2010/main" val="23304075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ircle(in)">
                                      <p:cBhvr>
                                        <p:cTn id="27" dur="2000"/>
                                        <p:tgtEl>
                                          <p:spTgt spid="2"/>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circle(in)">
                                      <p:cBhvr>
                                        <p:cTn id="30" dur="2000"/>
                                        <p:tgtEl>
                                          <p:spTgt spid="9"/>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circle(in)">
                                      <p:cBhvr>
                                        <p:cTn id="33" dur="2000"/>
                                        <p:tgtEl>
                                          <p:spTgt spid="11"/>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circle(in)">
                                      <p:cBhvr>
                                        <p:cTn id="36"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1"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D578-C16B-0F98-A011-5C2473474FC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8EDD202-C9AB-9106-6B43-0F64E10A9405}"/>
              </a:ext>
            </a:extLst>
          </p:cNvPr>
          <p:cNvSpPr/>
          <p:nvPr/>
        </p:nvSpPr>
        <p:spPr>
          <a:xfrm>
            <a:off x="8051901" y="2587419"/>
            <a:ext cx="11801814" cy="8904840"/>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b="1">
                <a:solidFill>
                  <a:schemeClr val="tx1"/>
                </a:solidFill>
              </a:rPr>
              <a:t>Gimbal Control – Quick Overview</a:t>
            </a:r>
          </a:p>
          <a:p>
            <a:r>
              <a:rPr lang="en-US" sz="2309" b="1">
                <a:solidFill>
                  <a:schemeClr val="tx1"/>
                </a:solidFill>
              </a:rPr>
              <a:t>Indicator : </a:t>
            </a:r>
          </a:p>
          <a:p>
            <a:pPr marL="565442" indent="-565442">
              <a:buFont typeface="Arial" panose="020B0604020202020204" pitchFamily="34" charset="0"/>
              <a:buChar char="•"/>
            </a:pPr>
            <a:r>
              <a:rPr lang="en-US" sz="2309">
                <a:solidFill>
                  <a:schemeClr val="tx1"/>
                </a:solidFill>
              </a:rPr>
              <a:t>Angles</a:t>
            </a:r>
          </a:p>
          <a:p>
            <a:pPr marL="1225125" lvl="1" indent="-471202">
              <a:buFont typeface="Courier New" panose="02070309020205020404" pitchFamily="49" charset="0"/>
              <a:buChar char="o"/>
            </a:pPr>
            <a:r>
              <a:rPr lang="en-US" sz="2309">
                <a:solidFill>
                  <a:schemeClr val="tx1"/>
                </a:solidFill>
              </a:rPr>
              <a:t>AZ (Azimuth): Shows horizontal rotation</a:t>
            </a:r>
          </a:p>
          <a:p>
            <a:pPr marL="1225125" lvl="1" indent="-471202">
              <a:buFont typeface="Courier New" panose="02070309020205020404" pitchFamily="49" charset="0"/>
              <a:buChar char="o"/>
            </a:pPr>
            <a:r>
              <a:rPr lang="en-US" sz="2309">
                <a:solidFill>
                  <a:schemeClr val="tx1"/>
                </a:solidFill>
              </a:rPr>
              <a:t>EL (Elevation): Shows vertical tilt</a:t>
            </a:r>
          </a:p>
          <a:p>
            <a:r>
              <a:rPr lang="en-US" sz="2309" b="1">
                <a:solidFill>
                  <a:schemeClr val="tx1"/>
                </a:solidFill>
              </a:rPr>
              <a:t>Control Features : </a:t>
            </a:r>
          </a:p>
          <a:p>
            <a:pPr marL="565442" indent="-565442">
              <a:buFont typeface="Arial" panose="020B0604020202020204" pitchFamily="34" charset="0"/>
              <a:buChar char="•"/>
            </a:pPr>
            <a:r>
              <a:rPr lang="en-US" sz="2309">
                <a:solidFill>
                  <a:schemeClr val="tx1"/>
                </a:solidFill>
              </a:rPr>
              <a:t>Stick Control – Move the gimbal by dragging the grey circle.</a:t>
            </a:r>
          </a:p>
          <a:p>
            <a:pPr marL="565442" indent="-565442">
              <a:buFont typeface="Arial" panose="020B0604020202020204" pitchFamily="34" charset="0"/>
              <a:buChar char="•"/>
            </a:pPr>
            <a:r>
              <a:rPr lang="en-US" sz="2309">
                <a:solidFill>
                  <a:schemeClr val="tx1"/>
                </a:solidFill>
              </a:rPr>
              <a:t>Speed – Adjusts how fast the gimbal moves.</a:t>
            </a:r>
          </a:p>
          <a:p>
            <a:pPr marL="565442" indent="-565442">
              <a:buFont typeface="Arial" panose="020B0604020202020204" pitchFamily="34" charset="0"/>
              <a:buChar char="•"/>
            </a:pPr>
            <a:r>
              <a:rPr lang="en-US" sz="2309">
                <a:solidFill>
                  <a:schemeClr val="tx1"/>
                </a:solidFill>
              </a:rPr>
              <a:t>Pilot Mode – Reverses pitch control for pilot-style movement.</a:t>
            </a:r>
          </a:p>
          <a:p>
            <a:pPr marL="565442" indent="-565442">
              <a:buFont typeface="Arial" panose="020B0604020202020204" pitchFamily="34" charset="0"/>
              <a:buChar char="•"/>
            </a:pPr>
            <a:r>
              <a:rPr lang="en-US" sz="2309">
                <a:solidFill>
                  <a:schemeClr val="tx1"/>
                </a:solidFill>
              </a:rPr>
              <a:t>Modes:</a:t>
            </a:r>
          </a:p>
          <a:p>
            <a:pPr marL="1319365" lvl="1" indent="-565442">
              <a:buFont typeface="Courier New" panose="02070309020205020404" pitchFamily="49" charset="0"/>
              <a:buChar char="o"/>
            </a:pPr>
            <a:r>
              <a:rPr lang="en-US" sz="2309">
                <a:solidFill>
                  <a:schemeClr val="tx1"/>
                </a:solidFill>
              </a:rPr>
              <a:t>Center – Moves gimbal to 0° azimuth &amp; elevation.</a:t>
            </a:r>
          </a:p>
          <a:p>
            <a:pPr marL="1319365" lvl="1" indent="-565442">
              <a:buFont typeface="Courier New" panose="02070309020205020404" pitchFamily="49" charset="0"/>
              <a:buChar char="o"/>
            </a:pPr>
            <a:r>
              <a:rPr lang="en-US" sz="2309">
                <a:solidFill>
                  <a:schemeClr val="tx1"/>
                </a:solidFill>
              </a:rPr>
              <a:t>Init – Runs a built-in system test.</a:t>
            </a:r>
          </a:p>
          <a:p>
            <a:pPr marL="1319365" lvl="1" indent="-565442">
              <a:buFont typeface="Courier New" panose="02070309020205020404" pitchFamily="49" charset="0"/>
              <a:buChar char="o"/>
            </a:pPr>
            <a:r>
              <a:rPr lang="en-US" sz="2309">
                <a:solidFill>
                  <a:schemeClr val="tx1"/>
                </a:solidFill>
              </a:rPr>
              <a:t>Drift.cl – Calibrates motors to prevent drift.</a:t>
            </a:r>
          </a:p>
          <a:p>
            <a:pPr marL="1319365" lvl="1" indent="-565442">
              <a:buFont typeface="Courier New" panose="02070309020205020404" pitchFamily="49" charset="0"/>
              <a:buChar char="o"/>
            </a:pPr>
            <a:r>
              <a:rPr lang="en-US" sz="2309">
                <a:solidFill>
                  <a:schemeClr val="tx1"/>
                </a:solidFill>
              </a:rPr>
              <a:t>Ready – Turns off gimbal motors.</a:t>
            </a:r>
          </a:p>
          <a:p>
            <a:pPr marL="1319365" lvl="1" indent="-565442">
              <a:buFont typeface="Courier New" panose="02070309020205020404" pitchFamily="49" charset="0"/>
              <a:buChar char="o"/>
            </a:pPr>
            <a:r>
              <a:rPr lang="en-US" sz="2309">
                <a:solidFill>
                  <a:schemeClr val="tx1"/>
                </a:solidFill>
              </a:rPr>
              <a:t>Safe – Moves gimbal to 0° azimuth &amp; 10° elevation.</a:t>
            </a:r>
          </a:p>
          <a:p>
            <a:pPr marL="565442" indent="-565442">
              <a:buFont typeface="Arial" panose="020B0604020202020204" pitchFamily="34" charset="0"/>
              <a:buChar char="•"/>
            </a:pPr>
            <a:r>
              <a:rPr lang="en-US" sz="2309">
                <a:solidFill>
                  <a:schemeClr val="tx1"/>
                </a:solidFill>
              </a:rPr>
              <a:t>Position – Set specific azimuth and elevation angles.</a:t>
            </a:r>
          </a:p>
          <a:p>
            <a:pPr marL="565442" indent="-565442">
              <a:buFont typeface="Arial" panose="020B0604020202020204" pitchFamily="34" charset="0"/>
              <a:buChar char="•"/>
            </a:pPr>
            <a:r>
              <a:rPr lang="en-US" sz="2309">
                <a:solidFill>
                  <a:schemeClr val="tx1"/>
                </a:solidFill>
              </a:rPr>
              <a:t>Rate – Define how many degrees per second the gimbal should move.</a:t>
            </a:r>
          </a:p>
        </p:txBody>
      </p:sp>
      <p:sp>
        <p:nvSpPr>
          <p:cNvPr id="4" name="Content Placeholder 2">
            <a:extLst>
              <a:ext uri="{FF2B5EF4-FFF2-40B4-BE49-F238E27FC236}">
                <a16:creationId xmlns:a16="http://schemas.microsoft.com/office/drawing/2014/main" id="{2E10BD86-E00B-04DC-3343-0B4893209935}"/>
              </a:ext>
            </a:extLst>
          </p:cNvPr>
          <p:cNvSpPr>
            <a:spLocks noGrp="1"/>
          </p:cNvSpPr>
          <p:nvPr/>
        </p:nvSpPr>
        <p:spPr>
          <a:xfrm>
            <a:off x="8051899" y="2219429"/>
            <a:ext cx="9822207"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pic>
        <p:nvPicPr>
          <p:cNvPr id="9" name="Picture 8">
            <a:extLst>
              <a:ext uri="{FF2B5EF4-FFF2-40B4-BE49-F238E27FC236}">
                <a16:creationId xmlns:a16="http://schemas.microsoft.com/office/drawing/2014/main" id="{A2990625-0040-54CA-A18C-24542C001C19}"/>
              </a:ext>
            </a:extLst>
          </p:cNvPr>
          <p:cNvPicPr>
            <a:picLocks noChangeAspect="1"/>
          </p:cNvPicPr>
          <p:nvPr/>
        </p:nvPicPr>
        <p:blipFill>
          <a:blip r:embed="rId2"/>
          <a:stretch>
            <a:fillRect/>
          </a:stretch>
        </p:blipFill>
        <p:spPr>
          <a:xfrm>
            <a:off x="250387" y="2486129"/>
            <a:ext cx="6989316" cy="5041731"/>
          </a:xfrm>
          <a:prstGeom prst="rect">
            <a:avLst/>
          </a:prstGeom>
        </p:spPr>
      </p:pic>
      <p:sp>
        <p:nvSpPr>
          <p:cNvPr id="2" name="Google Shape;156;p23">
            <a:extLst>
              <a:ext uri="{FF2B5EF4-FFF2-40B4-BE49-F238E27FC236}">
                <a16:creationId xmlns:a16="http://schemas.microsoft.com/office/drawing/2014/main" id="{346E6EF2-03B4-FDF1-A010-A8BA2818C014}"/>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a:t>
            </a:r>
            <a:endParaRPr>
              <a:latin typeface="Barlow Condensed ExtraBold"/>
              <a:sym typeface="Barlow Condensed ExtraBold"/>
            </a:endParaRPr>
          </a:p>
        </p:txBody>
      </p:sp>
    </p:spTree>
    <p:extLst>
      <p:ext uri="{BB962C8B-B14F-4D97-AF65-F5344CB8AC3E}">
        <p14:creationId xmlns:p14="http://schemas.microsoft.com/office/powerpoint/2010/main" val="41497660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8AB00-8DAC-BFE5-FB28-30D8F0F907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3ACF3F3-4360-A261-347D-C9C378DBE2AA}"/>
              </a:ext>
            </a:extLst>
          </p:cNvPr>
          <p:cNvSpPr/>
          <p:nvPr/>
        </p:nvSpPr>
        <p:spPr>
          <a:xfrm>
            <a:off x="752524" y="2300748"/>
            <a:ext cx="19101189" cy="8614689"/>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309">
                <a:solidFill>
                  <a:schemeClr val="tx1"/>
                </a:solidFill>
              </a:rPr>
              <a:t>The </a:t>
            </a:r>
            <a:r>
              <a:rPr lang="en-US" sz="2309" err="1">
                <a:solidFill>
                  <a:schemeClr val="tx1"/>
                </a:solidFill>
              </a:rPr>
              <a:t>QBee</a:t>
            </a:r>
            <a:r>
              <a:rPr lang="en-US" sz="2309">
                <a:solidFill>
                  <a:schemeClr val="tx1"/>
                </a:solidFill>
              </a:rPr>
              <a:t> can be operated using a standard computer mouse, or alternatively, with a joystick as outlined below:</a:t>
            </a:r>
          </a:p>
        </p:txBody>
      </p:sp>
      <p:pic>
        <p:nvPicPr>
          <p:cNvPr id="9" name="Picture 8" descr="A close-up of a game controller&#10;&#10;AI-generated content may be incorrect.">
            <a:extLst>
              <a:ext uri="{FF2B5EF4-FFF2-40B4-BE49-F238E27FC236}">
                <a16:creationId xmlns:a16="http://schemas.microsoft.com/office/drawing/2014/main" id="{D01B1A34-430E-0B42-D960-0AAC4C0102A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5469" b="89844" l="977" r="92448">
                        <a14:foregroundMark x1="8398" y1="65332" x2="8398" y2="65332"/>
                        <a14:foregroundMark x1="8789" y1="62988" x2="8789" y2="62988"/>
                        <a14:foregroundMark x1="9505" y1="62793" x2="9505" y2="62793"/>
                        <a14:foregroundMark x1="9375" y1="62988" x2="9375" y2="62988"/>
                        <a14:foregroundMark x1="9375" y1="62988" x2="9375" y2="62988"/>
                        <a14:foregroundMark x1="82292" y1="63379" x2="82292" y2="63379"/>
                        <a14:foregroundMark x1="26758" y1="73438" x2="41732" y2="79004"/>
                        <a14:foregroundMark x1="41732" y1="79004" x2="35286" y2="85547"/>
                        <a14:foregroundMark x1="35286" y1="85547" x2="26042" y2="86035"/>
                        <a14:foregroundMark x1="26042" y1="86035" x2="24674" y2="75000"/>
                        <a14:foregroundMark x1="24674" y1="75000" x2="26693" y2="73145"/>
                        <a14:foregroundMark x1="32747" y1="73633" x2="40430" y2="73242"/>
                        <a14:foregroundMark x1="40430" y1="73242" x2="44010" y2="83594"/>
                        <a14:foregroundMark x1="44010" y1="83594" x2="35677" y2="87012"/>
                        <a14:foregroundMark x1="35677" y1="87012" x2="24479" y2="86133"/>
                        <a14:foregroundMark x1="24479" y1="86133" x2="24414" y2="77148"/>
                        <a14:foregroundMark x1="9831" y1="68359" x2="9831" y2="68359"/>
                        <a14:foregroundMark x1="7227" y1="58887" x2="7227" y2="58887"/>
                        <a14:foregroundMark x1="11523" y1="36816" x2="977" y2="37402"/>
                        <a14:foregroundMark x1="977" y1="37402" x2="7357" y2="50977"/>
                        <a14:foregroundMark x1="7357" y1="50977" x2="11263" y2="37793"/>
                        <a14:foregroundMark x1="15885" y1="14063" x2="2734" y2="11523"/>
                        <a14:foregroundMark x1="2734" y1="11523" x2="9505" y2="19336"/>
                        <a14:foregroundMark x1="9505" y1="19336" x2="15820" y2="14355"/>
                        <a14:foregroundMark x1="4688" y1="12207" x2="9505" y2="14453"/>
                        <a14:foregroundMark x1="4818" y1="12793" x2="4818" y2="12598"/>
                        <a14:foregroundMark x1="8529" y1="12305" x2="3385" y2="9082"/>
                        <a14:foregroundMark x1="4492" y1="11523" x2="3841" y2="27734"/>
                        <a14:foregroundMark x1="3841" y1="27734" x2="8073" y2="11133"/>
                        <a14:foregroundMark x1="8073" y1="11133" x2="8073" y2="9766"/>
                        <a14:foregroundMark x1="12695" y1="9570" x2="21875" y2="8594"/>
                        <a14:foregroundMark x1="21875" y1="8594" x2="14193" y2="7520"/>
                        <a14:foregroundMark x1="14193" y1="7520" x2="20247" y2="8691"/>
                        <a14:foregroundMark x1="15820" y1="3711" x2="33464" y2="15234"/>
                        <a14:foregroundMark x1="33464" y1="15234" x2="26237" y2="6348"/>
                        <a14:foregroundMark x1="26237" y1="6348" x2="17839" y2="7031"/>
                        <a14:foregroundMark x1="17839" y1="7031" x2="20508" y2="12598"/>
                        <a14:foregroundMark x1="25586" y1="9375" x2="17448" y2="13379"/>
                        <a14:foregroundMark x1="17448" y1="13379" x2="20703" y2="5957"/>
                        <a14:foregroundMark x1="69076" y1="9082" x2="60677" y2="4785"/>
                        <a14:foregroundMark x1="60677" y1="4785" x2="44466" y2="6250"/>
                        <a14:foregroundMark x1="44466" y1="6250" x2="50195" y2="13574"/>
                        <a14:foregroundMark x1="50195" y1="13574" x2="68294" y2="14063"/>
                        <a14:foregroundMark x1="68294" y1="14063" x2="61849" y2="5469"/>
                        <a14:foregroundMark x1="61849" y1="5469" x2="61849" y2="5469"/>
                        <a14:foregroundMark x1="67318" y1="13574" x2="86523" y2="11816"/>
                        <a14:foregroundMark x1="86523" y1="11816" x2="71094" y2="17285"/>
                        <a14:foregroundMark x1="71094" y1="17285" x2="69076" y2="13867"/>
                        <a14:foregroundMark x1="70508" y1="12305" x2="77669" y2="8691"/>
                        <a14:foregroundMark x1="77669" y1="8691" x2="88086" y2="9961"/>
                        <a14:foregroundMark x1="88086" y1="9961" x2="78125" y2="16406"/>
                        <a14:foregroundMark x1="78125" y1="16406" x2="72461" y2="11719"/>
                        <a14:foregroundMark x1="77669" y1="14941" x2="85938" y2="17480"/>
                        <a14:foregroundMark x1="85938" y1="17480" x2="76302" y2="9570"/>
                        <a14:foregroundMark x1="76302" y1="9570" x2="80599" y2="19629"/>
                        <a14:foregroundMark x1="80599" y1="19629" x2="80729" y2="19141"/>
                        <a14:foregroundMark x1="75260" y1="16113" x2="79362" y2="19141"/>
                        <a14:foregroundMark x1="79167" y1="16309" x2="80404" y2="16797"/>
                        <a14:foregroundMark x1="78581" y1="18262" x2="85742" y2="15430"/>
                        <a14:foregroundMark x1="85742" y1="15430" x2="78711" y2="9473"/>
                        <a14:foregroundMark x1="78711" y1="9473" x2="78451" y2="21680"/>
                        <a14:foregroundMark x1="78451" y1="21680" x2="81576" y2="21094"/>
                        <a14:foregroundMark x1="83919" y1="45898" x2="92448" y2="41895"/>
                        <a14:foregroundMark x1="92448" y1="41895" x2="82292" y2="44238"/>
                        <a14:foregroundMark x1="82161" y1="42285" x2="82161" y2="40137"/>
                        <a14:foregroundMark x1="81576" y1="38477" x2="89974" y2="41992"/>
                        <a14:foregroundMark x1="89974" y1="41992" x2="83529" y2="47461"/>
                        <a14:foregroundMark x1="83529" y1="47461" x2="83008" y2="37305"/>
                        <a14:foregroundMark x1="81185" y1="39355" x2="89388" y2="37012"/>
                        <a14:foregroundMark x1="89388" y1="37012" x2="82292" y2="45996"/>
                        <a14:foregroundMark x1="82292" y1="45996" x2="81771" y2="39941"/>
                        <a14:foregroundMark x1="48568" y1="68164" x2="54883" y2="85645"/>
                        <a14:foregroundMark x1="54883" y1="85645" x2="67318" y2="81348"/>
                        <a14:foregroundMark x1="67318" y1="81348" x2="61458" y2="69922"/>
                        <a14:foregroundMark x1="61458" y1="69922" x2="46810" y2="63770"/>
                        <a14:foregroundMark x1="46810" y1="63770" x2="49414" y2="83203"/>
                        <a14:foregroundMark x1="49414" y1="83203" x2="65495" y2="87305"/>
                        <a14:foregroundMark x1="65495" y1="87305" x2="68880" y2="76660"/>
                        <a14:foregroundMark x1="68880" y1="76660" x2="51172" y2="67676"/>
                        <a14:foregroundMark x1="51172" y1="67676" x2="41602" y2="77148"/>
                        <a14:foregroundMark x1="41602" y1="77148" x2="50456" y2="89258"/>
                        <a14:foregroundMark x1="50456" y1="89258" x2="64323" y2="85449"/>
                        <a14:foregroundMark x1="64323" y1="85449" x2="63477" y2="71875"/>
                        <a14:foregroundMark x1="63477" y1="71875" x2="59505" y2="68652"/>
                      </a14:backgroundRemoval>
                    </a14:imgEffect>
                  </a14:imgLayer>
                </a14:imgProps>
              </a:ext>
              <a:ext uri="{28A0092B-C50C-407E-A947-70E740481C1C}">
                <a14:useLocalDpi xmlns:a14="http://schemas.microsoft.com/office/drawing/2010/main" val="0"/>
              </a:ext>
            </a:extLst>
          </a:blip>
          <a:stretch>
            <a:fillRect/>
          </a:stretch>
        </p:blipFill>
        <p:spPr>
          <a:xfrm>
            <a:off x="4166432" y="3004050"/>
            <a:ext cx="13354862" cy="8903241"/>
          </a:xfrm>
          <a:prstGeom prst="rect">
            <a:avLst/>
          </a:prstGeom>
        </p:spPr>
      </p:pic>
      <p:sp>
        <p:nvSpPr>
          <p:cNvPr id="2" name="Google Shape;156;p23">
            <a:extLst>
              <a:ext uri="{FF2B5EF4-FFF2-40B4-BE49-F238E27FC236}">
                <a16:creationId xmlns:a16="http://schemas.microsoft.com/office/drawing/2014/main" id="{D6BFCFD0-821D-E385-9060-948E3E5D9BC2}"/>
              </a:ext>
            </a:extLst>
          </p:cNvPr>
          <p:cNvSpPr txBox="1">
            <a:spLocks noGrp="1"/>
          </p:cNvSpPr>
          <p:nvPr>
            <p:ph type="title"/>
          </p:nvPr>
        </p:nvSpPr>
        <p:spPr>
          <a:xfrm>
            <a:off x="752525" y="836869"/>
            <a:ext cx="11231563" cy="1463880"/>
          </a:xfrm>
          <a:prstGeom prst="rect">
            <a:avLst/>
          </a:prstGeom>
          <a:noFill/>
          <a:ln>
            <a:noFill/>
          </a:ln>
        </p:spPr>
        <p:txBody>
          <a:bodyPr spcFirstLastPara="1" wrap="square" lIns="91425" tIns="45700" rIns="91425" bIns="45700" anchor="t" anchorCtr="0">
            <a:noAutofit/>
          </a:bodyPr>
          <a:lstStyle/>
          <a:p>
            <a:r>
              <a:rPr lang="en-US" err="1">
                <a:latin typeface="Barlow Condensed ExtraBold"/>
                <a:sym typeface="Barlow Condensed ExtraBold"/>
              </a:rPr>
              <a:t>QBee</a:t>
            </a:r>
            <a:r>
              <a:rPr lang="en-US">
                <a:latin typeface="Barlow Condensed ExtraBold"/>
                <a:sym typeface="Barlow Condensed ExtraBold"/>
              </a:rPr>
              <a:t> operating SW - Joystick</a:t>
            </a:r>
            <a:endParaRPr>
              <a:latin typeface="Barlow Condensed ExtraBold"/>
              <a:sym typeface="Barlow Condensed ExtraBold"/>
            </a:endParaRPr>
          </a:p>
        </p:txBody>
      </p:sp>
    </p:spTree>
    <p:extLst>
      <p:ext uri="{BB962C8B-B14F-4D97-AF65-F5344CB8AC3E}">
        <p14:creationId xmlns:p14="http://schemas.microsoft.com/office/powerpoint/2010/main" val="435864657"/>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7">
          <a:extLst>
            <a:ext uri="{FF2B5EF4-FFF2-40B4-BE49-F238E27FC236}">
              <a16:creationId xmlns:a16="http://schemas.microsoft.com/office/drawing/2014/main" id="{2E076E3B-8081-52B2-8AB6-C36EA19788AD}"/>
            </a:ext>
          </a:extLst>
        </p:cNvPr>
        <p:cNvGrpSpPr/>
        <p:nvPr/>
      </p:nvGrpSpPr>
      <p:grpSpPr>
        <a:xfrm>
          <a:off x="0" y="0"/>
          <a:ext cx="0" cy="0"/>
          <a:chOff x="0" y="0"/>
          <a:chExt cx="0" cy="0"/>
        </a:xfrm>
      </p:grpSpPr>
      <p:pic>
        <p:nvPicPr>
          <p:cNvPr id="138" name="Google Shape;138;p21" title="MICRO300_(MS30-102)_02.png">
            <a:extLst>
              <a:ext uri="{FF2B5EF4-FFF2-40B4-BE49-F238E27FC236}">
                <a16:creationId xmlns:a16="http://schemas.microsoft.com/office/drawing/2014/main" id="{961A5D72-5308-1AE8-5369-CBF9E8B33034}"/>
              </a:ext>
            </a:extLst>
          </p:cNvPr>
          <p:cNvPicPr preferRelativeResize="0"/>
          <p:nvPr/>
        </p:nvPicPr>
        <p:blipFill rotWithShape="1">
          <a:blip r:embed="rId3">
            <a:alphaModFix/>
          </a:blip>
          <a:srcRect/>
          <a:stretch/>
        </p:blipFill>
        <p:spPr>
          <a:xfrm>
            <a:off x="12295015" y="395111"/>
            <a:ext cx="6808350" cy="10134774"/>
          </a:xfrm>
          <a:prstGeom prst="rect">
            <a:avLst/>
          </a:prstGeom>
          <a:noFill/>
          <a:ln>
            <a:noFill/>
          </a:ln>
        </p:spPr>
      </p:pic>
      <p:sp>
        <p:nvSpPr>
          <p:cNvPr id="139" name="Google Shape;139;p21">
            <a:extLst>
              <a:ext uri="{FF2B5EF4-FFF2-40B4-BE49-F238E27FC236}">
                <a16:creationId xmlns:a16="http://schemas.microsoft.com/office/drawing/2014/main" id="{9DA378BA-241C-8504-F34C-0AED8EB02F3F}"/>
              </a:ext>
            </a:extLst>
          </p:cNvPr>
          <p:cNvSpPr txBox="1">
            <a:spLocks noGrp="1"/>
          </p:cNvSpPr>
          <p:nvPr>
            <p:ph type="title"/>
          </p:nvPr>
        </p:nvSpPr>
        <p:spPr>
          <a:xfrm>
            <a:off x="2830286" y="4852987"/>
            <a:ext cx="7105464" cy="1563600"/>
          </a:xfrm>
          <a:prstGeom prst="rect">
            <a:avLst/>
          </a:prstGeom>
          <a:noFill/>
          <a:ln>
            <a:noFill/>
          </a:ln>
        </p:spPr>
        <p:txBody>
          <a:bodyPr spcFirstLastPara="1" wrap="square" lIns="91425" tIns="45700" rIns="91425" bIns="45700" anchor="ctr" anchorCtr="0">
            <a:noAutofit/>
          </a:bodyPr>
          <a:lstStyle/>
          <a:p>
            <a:pPr marL="0" lvl="0" indent="0" algn="ctr" rtl="0">
              <a:lnSpc>
                <a:spcPct val="110000"/>
              </a:lnSpc>
              <a:spcBef>
                <a:spcPts val="0"/>
              </a:spcBef>
              <a:spcAft>
                <a:spcPts val="0"/>
              </a:spcAft>
              <a:buClr>
                <a:schemeClr val="dk1"/>
              </a:buClr>
              <a:buSzPts val="7800"/>
              <a:buFont typeface="Arial"/>
              <a:buNone/>
            </a:pPr>
            <a:r>
              <a:rPr lang="en-US">
                <a:solidFill>
                  <a:srgbClr val="A0FF75"/>
                </a:solidFill>
              </a:rPr>
              <a:t>Appendixes</a:t>
            </a:r>
            <a:endParaRPr>
              <a:solidFill>
                <a:srgbClr val="A0FF75"/>
              </a:solidFill>
            </a:endParaRPr>
          </a:p>
        </p:txBody>
      </p:sp>
      <p:pic>
        <p:nvPicPr>
          <p:cNvPr id="140" name="Google Shape;140;p21">
            <a:extLst>
              <a:ext uri="{FF2B5EF4-FFF2-40B4-BE49-F238E27FC236}">
                <a16:creationId xmlns:a16="http://schemas.microsoft.com/office/drawing/2014/main" id="{C130AC23-88EA-B453-257A-4B55D1D61C51}"/>
              </a:ext>
            </a:extLst>
          </p:cNvPr>
          <p:cNvPicPr preferRelativeResize="0"/>
          <p:nvPr/>
        </p:nvPicPr>
        <p:blipFill rotWithShape="1">
          <a:blip r:embed="rId4">
            <a:alphaModFix/>
          </a:blip>
          <a:srcRect/>
          <a:stretch/>
        </p:blipFill>
        <p:spPr>
          <a:xfrm>
            <a:off x="22057750" y="269400"/>
            <a:ext cx="2535900" cy="399975"/>
          </a:xfrm>
          <a:prstGeom prst="rect">
            <a:avLst/>
          </a:prstGeom>
          <a:noFill/>
          <a:ln>
            <a:noFill/>
          </a:ln>
        </p:spPr>
      </p:pic>
      <p:pic>
        <p:nvPicPr>
          <p:cNvPr id="141" name="Google Shape;141;p21">
            <a:extLst>
              <a:ext uri="{FF2B5EF4-FFF2-40B4-BE49-F238E27FC236}">
                <a16:creationId xmlns:a16="http://schemas.microsoft.com/office/drawing/2014/main" id="{30BA473D-49E0-3617-6B33-4AAF64AF0DC2}"/>
              </a:ext>
            </a:extLst>
          </p:cNvPr>
          <p:cNvPicPr preferRelativeResize="0"/>
          <p:nvPr/>
        </p:nvPicPr>
        <p:blipFill rotWithShape="1">
          <a:blip r:embed="rId5">
            <a:alphaModFix/>
          </a:blip>
          <a:srcRect/>
          <a:stretch/>
        </p:blipFill>
        <p:spPr>
          <a:xfrm rot="-5400000">
            <a:off x="2178775" y="2030142"/>
            <a:ext cx="3432356" cy="3432356"/>
          </a:xfrm>
          <a:prstGeom prst="rect">
            <a:avLst/>
          </a:prstGeom>
          <a:noFill/>
          <a:ln>
            <a:noFill/>
          </a:ln>
        </p:spPr>
      </p:pic>
      <p:pic>
        <p:nvPicPr>
          <p:cNvPr id="142" name="Google Shape;142;p21">
            <a:extLst>
              <a:ext uri="{FF2B5EF4-FFF2-40B4-BE49-F238E27FC236}">
                <a16:creationId xmlns:a16="http://schemas.microsoft.com/office/drawing/2014/main" id="{BC4AC0EA-5B61-9C65-6D9B-BCD55D9039C4}"/>
              </a:ext>
            </a:extLst>
          </p:cNvPr>
          <p:cNvPicPr preferRelativeResize="0"/>
          <p:nvPr/>
        </p:nvPicPr>
        <p:blipFill rotWithShape="1">
          <a:blip r:embed="rId6">
            <a:alphaModFix/>
          </a:blip>
          <a:srcRect/>
          <a:stretch/>
        </p:blipFill>
        <p:spPr>
          <a:xfrm rot="10800000">
            <a:off x="7052994" y="6416576"/>
            <a:ext cx="3432356" cy="3432356"/>
          </a:xfrm>
          <a:prstGeom prst="rect">
            <a:avLst/>
          </a:prstGeom>
          <a:noFill/>
          <a:ln>
            <a:noFill/>
          </a:ln>
        </p:spPr>
      </p:pic>
    </p:spTree>
    <p:extLst>
      <p:ext uri="{BB962C8B-B14F-4D97-AF65-F5344CB8AC3E}">
        <p14:creationId xmlns:p14="http://schemas.microsoft.com/office/powerpoint/2010/main" val="3113434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677D7-7AE5-BC90-E2D7-7F16FB2AE5C9}"/>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1DBFD48-A01C-F24B-0D4F-742223E7E425}"/>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5" name="TextBox 4">
            <a:extLst>
              <a:ext uri="{FF2B5EF4-FFF2-40B4-BE49-F238E27FC236}">
                <a16:creationId xmlns:a16="http://schemas.microsoft.com/office/drawing/2014/main" id="{1F48773E-B007-8638-F1FD-4C04C8307E14}"/>
              </a:ext>
            </a:extLst>
          </p:cNvPr>
          <p:cNvSpPr txBox="1"/>
          <p:nvPr/>
        </p:nvSpPr>
        <p:spPr>
          <a:xfrm>
            <a:off x="1330754" y="921647"/>
            <a:ext cx="17442591" cy="802848"/>
          </a:xfrm>
          <a:prstGeom prst="rect">
            <a:avLst/>
          </a:prstGeom>
          <a:noFill/>
        </p:spPr>
        <p:txBody>
          <a:bodyPr wrap="square">
            <a:spAutoFit/>
          </a:bodyPr>
          <a:lstStyle/>
          <a:p>
            <a:pPr algn="ctr"/>
            <a:r>
              <a:rPr lang="en-US" sz="4617" b="1" spc="989">
                <a:solidFill>
                  <a:schemeClr val="tx2">
                    <a:lumMod val="10000"/>
                  </a:schemeClr>
                </a:solidFill>
                <a:latin typeface="Calibri" panose="020F0502020204030204"/>
              </a:rPr>
              <a:t>Appendix A – Power to HIVE &amp; Payload Harness</a:t>
            </a:r>
          </a:p>
        </p:txBody>
      </p:sp>
      <p:pic>
        <p:nvPicPr>
          <p:cNvPr id="3" name="Picture 2">
            <a:extLst>
              <a:ext uri="{FF2B5EF4-FFF2-40B4-BE49-F238E27FC236}">
                <a16:creationId xmlns:a16="http://schemas.microsoft.com/office/drawing/2014/main" id="{269908C2-5D12-49ED-11CA-3F1A4E500E33}"/>
              </a:ext>
            </a:extLst>
          </p:cNvPr>
          <p:cNvPicPr>
            <a:picLocks noChangeAspect="1"/>
          </p:cNvPicPr>
          <p:nvPr/>
        </p:nvPicPr>
        <p:blipFill>
          <a:blip r:embed="rId3"/>
          <a:stretch>
            <a:fillRect/>
          </a:stretch>
        </p:blipFill>
        <p:spPr>
          <a:xfrm>
            <a:off x="3563095" y="2032408"/>
            <a:ext cx="12977914" cy="9084540"/>
          </a:xfrm>
          <a:prstGeom prst="rect">
            <a:avLst/>
          </a:prstGeom>
        </p:spPr>
      </p:pic>
      <p:sp>
        <p:nvSpPr>
          <p:cNvPr id="2" name="Arrow: U-Turn 1">
            <a:hlinkClick r:id="rId4" action="ppaction://hlinksldjump"/>
            <a:extLst>
              <a:ext uri="{FF2B5EF4-FFF2-40B4-BE49-F238E27FC236}">
                <a16:creationId xmlns:a16="http://schemas.microsoft.com/office/drawing/2014/main" id="{6614FBA8-8B4A-8AD4-8133-90650267A2B3}"/>
              </a:ext>
            </a:extLst>
          </p:cNvPr>
          <p:cNvSpPr/>
          <p:nvPr/>
        </p:nvSpPr>
        <p:spPr>
          <a:xfrm rot="5400000" flipH="1">
            <a:off x="464292" y="9500461"/>
            <a:ext cx="1022887" cy="1224367"/>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3289473725"/>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1DF8F-FEE2-9DFD-3B9B-B8A4F7E599F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D3E3F31-B4A3-4630-63ED-C1619E477830}"/>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5" name="TextBox 4">
            <a:extLst>
              <a:ext uri="{FF2B5EF4-FFF2-40B4-BE49-F238E27FC236}">
                <a16:creationId xmlns:a16="http://schemas.microsoft.com/office/drawing/2014/main" id="{C86C0A39-E91C-5234-63D9-C94CE8B75D5F}"/>
              </a:ext>
            </a:extLst>
          </p:cNvPr>
          <p:cNvSpPr txBox="1"/>
          <p:nvPr/>
        </p:nvSpPr>
        <p:spPr>
          <a:xfrm>
            <a:off x="1330755" y="825715"/>
            <a:ext cx="17442591" cy="802848"/>
          </a:xfrm>
          <a:prstGeom prst="rect">
            <a:avLst/>
          </a:prstGeom>
          <a:noFill/>
        </p:spPr>
        <p:txBody>
          <a:bodyPr wrap="square">
            <a:spAutoFit/>
          </a:bodyPr>
          <a:lstStyle/>
          <a:p>
            <a:pPr algn="ctr"/>
            <a:r>
              <a:rPr lang="en-US" sz="4617" b="1" spc="989">
                <a:solidFill>
                  <a:schemeClr val="tx2">
                    <a:lumMod val="10000"/>
                  </a:schemeClr>
                </a:solidFill>
                <a:latin typeface="Calibri" panose="020F0502020204030204"/>
              </a:rPr>
              <a:t>Appendix B – Type C To Type C Cable</a:t>
            </a:r>
          </a:p>
        </p:txBody>
      </p:sp>
      <p:pic>
        <p:nvPicPr>
          <p:cNvPr id="6" name="Picture 5">
            <a:extLst>
              <a:ext uri="{FF2B5EF4-FFF2-40B4-BE49-F238E27FC236}">
                <a16:creationId xmlns:a16="http://schemas.microsoft.com/office/drawing/2014/main" id="{13240735-F8A7-2733-8D58-2E41B10F2D70}"/>
              </a:ext>
            </a:extLst>
          </p:cNvPr>
          <p:cNvPicPr>
            <a:picLocks noChangeAspect="1"/>
          </p:cNvPicPr>
          <p:nvPr/>
        </p:nvPicPr>
        <p:blipFill>
          <a:blip r:embed="rId3"/>
          <a:stretch>
            <a:fillRect/>
          </a:stretch>
        </p:blipFill>
        <p:spPr>
          <a:xfrm>
            <a:off x="3556784" y="2088959"/>
            <a:ext cx="12990535" cy="9079188"/>
          </a:xfrm>
          <a:prstGeom prst="rect">
            <a:avLst/>
          </a:prstGeom>
        </p:spPr>
      </p:pic>
      <p:sp>
        <p:nvSpPr>
          <p:cNvPr id="2" name="Arrow: U-Turn 1">
            <a:hlinkClick r:id="rId4" action="ppaction://hlinksldjump"/>
            <a:extLst>
              <a:ext uri="{FF2B5EF4-FFF2-40B4-BE49-F238E27FC236}">
                <a16:creationId xmlns:a16="http://schemas.microsoft.com/office/drawing/2014/main" id="{96BCA177-0FEC-F4ED-BB40-19CF22C6059D}"/>
              </a:ext>
            </a:extLst>
          </p:cNvPr>
          <p:cNvSpPr/>
          <p:nvPr/>
        </p:nvSpPr>
        <p:spPr>
          <a:xfrm rot="5400000" flipH="1">
            <a:off x="464292" y="9500461"/>
            <a:ext cx="1022887" cy="1224367"/>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561272972"/>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ACF52-DBF3-43B2-A7DC-2F899BC87827}"/>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938A501-A5AE-E6CC-7A5E-0AC8A1385718}"/>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5" name="TextBox 4">
            <a:extLst>
              <a:ext uri="{FF2B5EF4-FFF2-40B4-BE49-F238E27FC236}">
                <a16:creationId xmlns:a16="http://schemas.microsoft.com/office/drawing/2014/main" id="{032F323A-053B-6C52-27C5-A21E2813A2A2}"/>
              </a:ext>
            </a:extLst>
          </p:cNvPr>
          <p:cNvSpPr txBox="1"/>
          <p:nvPr/>
        </p:nvSpPr>
        <p:spPr>
          <a:xfrm>
            <a:off x="1330755" y="1016215"/>
            <a:ext cx="17442591" cy="802848"/>
          </a:xfrm>
          <a:prstGeom prst="rect">
            <a:avLst/>
          </a:prstGeom>
          <a:noFill/>
        </p:spPr>
        <p:txBody>
          <a:bodyPr wrap="square">
            <a:spAutoFit/>
          </a:bodyPr>
          <a:lstStyle/>
          <a:p>
            <a:pPr algn="ctr"/>
            <a:r>
              <a:rPr lang="en-US" sz="4617" b="1" spc="989">
                <a:solidFill>
                  <a:schemeClr val="tx2">
                    <a:lumMod val="10000"/>
                  </a:schemeClr>
                </a:solidFill>
                <a:latin typeface="Calibri" panose="020F0502020204030204"/>
              </a:rPr>
              <a:t>Appendix C – Ethernet Cable To HIVE</a:t>
            </a:r>
          </a:p>
        </p:txBody>
      </p:sp>
      <p:pic>
        <p:nvPicPr>
          <p:cNvPr id="25" name="Picture 24">
            <a:extLst>
              <a:ext uri="{FF2B5EF4-FFF2-40B4-BE49-F238E27FC236}">
                <a16:creationId xmlns:a16="http://schemas.microsoft.com/office/drawing/2014/main" id="{D2823660-CA3D-65BE-6564-EE444C7C4C3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7994856" y="10229154"/>
            <a:ext cx="1858859" cy="938993"/>
          </a:xfrm>
          <a:prstGeom prst="rect">
            <a:avLst/>
          </a:prstGeom>
        </p:spPr>
      </p:pic>
      <p:pic>
        <p:nvPicPr>
          <p:cNvPr id="3" name="Picture 2">
            <a:extLst>
              <a:ext uri="{FF2B5EF4-FFF2-40B4-BE49-F238E27FC236}">
                <a16:creationId xmlns:a16="http://schemas.microsoft.com/office/drawing/2014/main" id="{126E09AC-FD75-094C-46F7-FB0055F616F0}"/>
              </a:ext>
            </a:extLst>
          </p:cNvPr>
          <p:cNvPicPr>
            <a:picLocks noChangeAspect="1"/>
          </p:cNvPicPr>
          <p:nvPr/>
        </p:nvPicPr>
        <p:blipFill>
          <a:blip r:embed="rId4"/>
          <a:stretch>
            <a:fillRect/>
          </a:stretch>
        </p:blipFill>
        <p:spPr>
          <a:xfrm>
            <a:off x="3901246" y="2219428"/>
            <a:ext cx="12380447" cy="8748849"/>
          </a:xfrm>
          <a:prstGeom prst="rect">
            <a:avLst/>
          </a:prstGeom>
        </p:spPr>
      </p:pic>
      <p:sp>
        <p:nvSpPr>
          <p:cNvPr id="2" name="Arrow: U-Turn 1">
            <a:hlinkClick r:id="rId5" action="ppaction://hlinksldjump"/>
            <a:extLst>
              <a:ext uri="{FF2B5EF4-FFF2-40B4-BE49-F238E27FC236}">
                <a16:creationId xmlns:a16="http://schemas.microsoft.com/office/drawing/2014/main" id="{8EB6EDBD-83E9-C175-5FB7-CE13222E5374}"/>
              </a:ext>
            </a:extLst>
          </p:cNvPr>
          <p:cNvSpPr/>
          <p:nvPr/>
        </p:nvSpPr>
        <p:spPr>
          <a:xfrm rot="5400000" flipH="1">
            <a:off x="464292" y="9500461"/>
            <a:ext cx="1022887" cy="1224367"/>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1107577093"/>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F241-02FC-059A-F775-26E6EFD09DF2}"/>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D033FEA-D7EB-D259-47E3-EAE7A9841553}"/>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5" name="TextBox 4">
            <a:extLst>
              <a:ext uri="{FF2B5EF4-FFF2-40B4-BE49-F238E27FC236}">
                <a16:creationId xmlns:a16="http://schemas.microsoft.com/office/drawing/2014/main" id="{C0FEE3DF-E38D-BCC3-A2AB-9F14EF42B540}"/>
              </a:ext>
            </a:extLst>
          </p:cNvPr>
          <p:cNvSpPr txBox="1"/>
          <p:nvPr/>
        </p:nvSpPr>
        <p:spPr>
          <a:xfrm>
            <a:off x="1330755" y="997165"/>
            <a:ext cx="17442591" cy="802848"/>
          </a:xfrm>
          <a:prstGeom prst="rect">
            <a:avLst/>
          </a:prstGeom>
          <a:noFill/>
        </p:spPr>
        <p:txBody>
          <a:bodyPr wrap="square">
            <a:spAutoFit/>
          </a:bodyPr>
          <a:lstStyle/>
          <a:p>
            <a:pPr algn="ctr"/>
            <a:r>
              <a:rPr lang="en-US" sz="4617" b="1" spc="989">
                <a:solidFill>
                  <a:schemeClr val="tx2">
                    <a:lumMod val="10000"/>
                  </a:schemeClr>
                </a:solidFill>
                <a:latin typeface="Calibri" panose="020F0502020204030204"/>
              </a:rPr>
              <a:t>Appendix D – Payload Mechanical ICD</a:t>
            </a:r>
          </a:p>
        </p:txBody>
      </p:sp>
      <p:pic>
        <p:nvPicPr>
          <p:cNvPr id="25" name="Picture 24">
            <a:extLst>
              <a:ext uri="{FF2B5EF4-FFF2-40B4-BE49-F238E27FC236}">
                <a16:creationId xmlns:a16="http://schemas.microsoft.com/office/drawing/2014/main" id="{0377B773-3296-A7BC-C0ED-133410C4B43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7994856" y="10229154"/>
            <a:ext cx="1858859" cy="938993"/>
          </a:xfrm>
          <a:prstGeom prst="rect">
            <a:avLst/>
          </a:prstGeom>
        </p:spPr>
      </p:pic>
      <p:pic>
        <p:nvPicPr>
          <p:cNvPr id="6" name="Picture 5">
            <a:extLst>
              <a:ext uri="{FF2B5EF4-FFF2-40B4-BE49-F238E27FC236}">
                <a16:creationId xmlns:a16="http://schemas.microsoft.com/office/drawing/2014/main" id="{43AB3243-CD24-E425-D691-BEB173678817}"/>
              </a:ext>
            </a:extLst>
          </p:cNvPr>
          <p:cNvPicPr>
            <a:picLocks noChangeAspect="1"/>
          </p:cNvPicPr>
          <p:nvPr/>
        </p:nvPicPr>
        <p:blipFill>
          <a:blip r:embed="rId4"/>
          <a:stretch>
            <a:fillRect/>
          </a:stretch>
        </p:blipFill>
        <p:spPr>
          <a:xfrm>
            <a:off x="3560309" y="2131671"/>
            <a:ext cx="12983482" cy="9177283"/>
          </a:xfrm>
          <a:prstGeom prst="rect">
            <a:avLst/>
          </a:prstGeom>
        </p:spPr>
      </p:pic>
    </p:spTree>
    <p:extLst>
      <p:ext uri="{BB962C8B-B14F-4D97-AF65-F5344CB8AC3E}">
        <p14:creationId xmlns:p14="http://schemas.microsoft.com/office/powerpoint/2010/main" val="2093047558"/>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DFA07-CF70-C4A3-B7A5-1BAF8903A121}"/>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453E632-AFBD-AD91-7D49-A5FD2D80E3EA}"/>
              </a:ext>
            </a:extLst>
          </p:cNvPr>
          <p:cNvSpPr>
            <a:spLocks noGrp="1"/>
          </p:cNvSpPr>
          <p:nvPr/>
        </p:nvSpPr>
        <p:spPr>
          <a:xfrm>
            <a:off x="2308833" y="221942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5" name="TextBox 4">
            <a:extLst>
              <a:ext uri="{FF2B5EF4-FFF2-40B4-BE49-F238E27FC236}">
                <a16:creationId xmlns:a16="http://schemas.microsoft.com/office/drawing/2014/main" id="{D42D028E-3DF2-D231-E655-A1A4E2AE4924}"/>
              </a:ext>
            </a:extLst>
          </p:cNvPr>
          <p:cNvSpPr txBox="1"/>
          <p:nvPr/>
        </p:nvSpPr>
        <p:spPr>
          <a:xfrm>
            <a:off x="1330755" y="940015"/>
            <a:ext cx="17442591" cy="802848"/>
          </a:xfrm>
          <a:prstGeom prst="rect">
            <a:avLst/>
          </a:prstGeom>
          <a:noFill/>
        </p:spPr>
        <p:txBody>
          <a:bodyPr wrap="square">
            <a:spAutoFit/>
          </a:bodyPr>
          <a:lstStyle/>
          <a:p>
            <a:pPr algn="ctr"/>
            <a:r>
              <a:rPr lang="en-US" sz="4617" b="1" spc="989">
                <a:solidFill>
                  <a:schemeClr val="tx2">
                    <a:lumMod val="10000"/>
                  </a:schemeClr>
                </a:solidFill>
                <a:latin typeface="Calibri" panose="020F0502020204030204"/>
              </a:rPr>
              <a:t>Appendix E – HIVE Mechanical ICD</a:t>
            </a:r>
          </a:p>
        </p:txBody>
      </p:sp>
      <p:pic>
        <p:nvPicPr>
          <p:cNvPr id="25" name="Picture 24">
            <a:extLst>
              <a:ext uri="{FF2B5EF4-FFF2-40B4-BE49-F238E27FC236}">
                <a16:creationId xmlns:a16="http://schemas.microsoft.com/office/drawing/2014/main" id="{468D9418-AB6E-C32E-8F98-01465792E34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7994856" y="10229154"/>
            <a:ext cx="1858859" cy="938993"/>
          </a:xfrm>
          <a:prstGeom prst="rect">
            <a:avLst/>
          </a:prstGeom>
        </p:spPr>
      </p:pic>
      <p:pic>
        <p:nvPicPr>
          <p:cNvPr id="6" name="Picture 5">
            <a:extLst>
              <a:ext uri="{FF2B5EF4-FFF2-40B4-BE49-F238E27FC236}">
                <a16:creationId xmlns:a16="http://schemas.microsoft.com/office/drawing/2014/main" id="{7DE23C69-7613-2021-5DD3-12E884957F06}"/>
              </a:ext>
            </a:extLst>
          </p:cNvPr>
          <p:cNvPicPr>
            <a:picLocks noChangeAspect="1"/>
          </p:cNvPicPr>
          <p:nvPr/>
        </p:nvPicPr>
        <p:blipFill>
          <a:blip r:embed="rId4">
            <a:duotone>
              <a:schemeClr val="accent5">
                <a:shade val="45000"/>
                <a:satMod val="135000"/>
              </a:schemeClr>
              <a:prstClr val="white"/>
            </a:duotone>
          </a:blip>
          <a:stretch>
            <a:fillRect/>
          </a:stretch>
        </p:blipFill>
        <p:spPr>
          <a:xfrm>
            <a:off x="3545955" y="2120696"/>
            <a:ext cx="13012189" cy="9188654"/>
          </a:xfrm>
          <a:prstGeom prst="rect">
            <a:avLst/>
          </a:prstGeom>
        </p:spPr>
      </p:pic>
    </p:spTree>
    <p:extLst>
      <p:ext uri="{BB962C8B-B14F-4D97-AF65-F5344CB8AC3E}">
        <p14:creationId xmlns:p14="http://schemas.microsoft.com/office/powerpoint/2010/main" val="1705486398"/>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FAC2F009-534E-B7E9-6CC8-8053930D9F6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6383C8D-D8B7-0564-B079-5054B1790ACF}"/>
              </a:ext>
            </a:extLst>
          </p:cNvPr>
          <p:cNvSpPr/>
          <p:nvPr/>
        </p:nvSpPr>
        <p:spPr>
          <a:xfrm>
            <a:off x="210967" y="2395241"/>
            <a:ext cx="19603323" cy="8949886"/>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endParaRPr lang="en-US" sz="1800">
              <a:solidFill>
                <a:schemeClr val="tx1"/>
              </a:solidFill>
            </a:endParaRPr>
          </a:p>
        </p:txBody>
      </p:sp>
      <p:sp>
        <p:nvSpPr>
          <p:cNvPr id="7" name="Content Placeholder 2">
            <a:extLst>
              <a:ext uri="{FF2B5EF4-FFF2-40B4-BE49-F238E27FC236}">
                <a16:creationId xmlns:a16="http://schemas.microsoft.com/office/drawing/2014/main" id="{885B1F25-9467-0A8E-40E0-8B7F4BC38476}"/>
              </a:ext>
            </a:extLst>
          </p:cNvPr>
          <p:cNvSpPr>
            <a:spLocks noGrp="1"/>
          </p:cNvSpPr>
          <p:nvPr/>
        </p:nvSpPr>
        <p:spPr>
          <a:xfrm>
            <a:off x="2269413" y="239640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8" name="Google Shape;132;p20">
            <a:extLst>
              <a:ext uri="{FF2B5EF4-FFF2-40B4-BE49-F238E27FC236}">
                <a16:creationId xmlns:a16="http://schemas.microsoft.com/office/drawing/2014/main" id="{C8E26090-7CDA-07C3-3E83-87A54C85F834}"/>
              </a:ext>
            </a:extLst>
          </p:cNvPr>
          <p:cNvSpPr txBox="1">
            <a:spLocks/>
          </p:cNvSpPr>
          <p:nvPr/>
        </p:nvSpPr>
        <p:spPr>
          <a:xfrm>
            <a:off x="885262" y="748378"/>
            <a:ext cx="14644790" cy="143438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10000"/>
              </a:lnSpc>
              <a:spcBef>
                <a:spcPts val="0"/>
              </a:spcBef>
              <a:spcAft>
                <a:spcPts val="0"/>
              </a:spcAft>
              <a:buClr>
                <a:schemeClr val="dk2"/>
              </a:buClr>
              <a:buSzPts val="7800"/>
              <a:buFont typeface="Barlow Condensed ExtraBold"/>
              <a:buNone/>
              <a:defRPr sz="7800" b="0" i="1" u="none" strike="noStrike" cap="none">
                <a:solidFill>
                  <a:schemeClr val="dk2"/>
                </a:solidFill>
                <a:latin typeface="Barlow Condensed ExtraBold"/>
                <a:ea typeface="Barlow Condensed ExtraBold"/>
                <a:cs typeface="Barlow Condensed ExtraBold"/>
                <a:sym typeface="Barlow Condensed ExtraBold"/>
              </a:defRPr>
            </a:lvl1pPr>
            <a:lvl2pPr marR="0" lvl="1"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2pPr>
            <a:lvl3pPr marR="0" lvl="2"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3pPr>
            <a:lvl4pPr marR="0" lvl="3"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4pPr>
            <a:lvl5pPr marR="0" lvl="4"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5pPr>
            <a:lvl6pPr marR="0" lvl="5"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6pPr>
            <a:lvl7pPr marR="0" lvl="6"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7pPr>
            <a:lvl8pPr marR="0" lvl="7"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8pPr>
            <a:lvl9pPr marR="0" lvl="8"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9pPr>
          </a:lstStyle>
          <a:p>
            <a:pPr>
              <a:buFont typeface="Arial"/>
              <a:buNone/>
            </a:pPr>
            <a:r>
              <a:rPr lang="en-US"/>
              <a:t>Micro 300 – General Information</a:t>
            </a:r>
          </a:p>
        </p:txBody>
      </p:sp>
      <p:graphicFrame>
        <p:nvGraphicFramePr>
          <p:cNvPr id="9" name="Table 8">
            <a:extLst>
              <a:ext uri="{FF2B5EF4-FFF2-40B4-BE49-F238E27FC236}">
                <a16:creationId xmlns:a16="http://schemas.microsoft.com/office/drawing/2014/main" id="{0E819D13-9CA3-8D47-9C95-82E6CB886018}"/>
              </a:ext>
            </a:extLst>
          </p:cNvPr>
          <p:cNvGraphicFramePr>
            <a:graphicFrameLocks noGrp="1"/>
          </p:cNvGraphicFramePr>
          <p:nvPr>
            <p:extLst>
              <p:ext uri="{D42A27DB-BD31-4B8C-83A1-F6EECF244321}">
                <p14:modId xmlns:p14="http://schemas.microsoft.com/office/powerpoint/2010/main" val="982213767"/>
              </p:ext>
            </p:extLst>
          </p:nvPr>
        </p:nvGraphicFramePr>
        <p:xfrm>
          <a:off x="1611670" y="2182761"/>
          <a:ext cx="7254438" cy="3929126"/>
        </p:xfrm>
        <a:graphic>
          <a:graphicData uri="http://schemas.openxmlformats.org/drawingml/2006/table">
            <a:tbl>
              <a:tblPr rtl="1" firstRow="1" firstCol="1" bandRow="1">
                <a:tableStyleId>{2D5ABB26-0587-4C30-8999-92F81FD0307C}</a:tableStyleId>
              </a:tblPr>
              <a:tblGrid>
                <a:gridCol w="1876737">
                  <a:extLst>
                    <a:ext uri="{9D8B030D-6E8A-4147-A177-3AD203B41FA5}">
                      <a16:colId xmlns:a16="http://schemas.microsoft.com/office/drawing/2014/main" val="2986890050"/>
                    </a:ext>
                  </a:extLst>
                </a:gridCol>
                <a:gridCol w="1548223">
                  <a:extLst>
                    <a:ext uri="{9D8B030D-6E8A-4147-A177-3AD203B41FA5}">
                      <a16:colId xmlns:a16="http://schemas.microsoft.com/office/drawing/2014/main" val="2940488831"/>
                    </a:ext>
                  </a:extLst>
                </a:gridCol>
                <a:gridCol w="1914739">
                  <a:extLst>
                    <a:ext uri="{9D8B030D-6E8A-4147-A177-3AD203B41FA5}">
                      <a16:colId xmlns:a16="http://schemas.microsoft.com/office/drawing/2014/main" val="1655888695"/>
                    </a:ext>
                  </a:extLst>
                </a:gridCol>
                <a:gridCol w="1914739">
                  <a:extLst>
                    <a:ext uri="{9D8B030D-6E8A-4147-A177-3AD203B41FA5}">
                      <a16:colId xmlns:a16="http://schemas.microsoft.com/office/drawing/2014/main" val="28437891"/>
                    </a:ext>
                  </a:extLst>
                </a:gridCol>
              </a:tblGrid>
              <a:tr h="368554">
                <a:tc gridSpan="4">
                  <a:txBody>
                    <a:bodyPr/>
                    <a:lstStyle/>
                    <a:p>
                      <a:pPr algn="ctr" rtl="1">
                        <a:lnSpc>
                          <a:spcPct val="115000"/>
                        </a:lnSpc>
                        <a:spcAft>
                          <a:spcPts val="800"/>
                        </a:spcAft>
                        <a:buNone/>
                      </a:pPr>
                      <a:r>
                        <a:rPr lang="en-US" sz="1800" b="1" kern="100">
                          <a:solidFill>
                            <a:sysClr val="windowText" lastClr="000000"/>
                          </a:solidFill>
                          <a:effectLst/>
                        </a:rPr>
                        <a:t>Micro Sting 300</a:t>
                      </a:r>
                      <a:endParaRPr lang="en-US" sz="1100" b="1" kern="100">
                        <a:solidFill>
                          <a:sysClr val="windowText" lastClr="000000"/>
                        </a:solidFill>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3083956230"/>
                  </a:ext>
                </a:extLst>
              </a:tr>
              <a:tr h="368554">
                <a:tc gridSpan="2">
                  <a:txBody>
                    <a:bodyPr/>
                    <a:lstStyle/>
                    <a:p>
                      <a:pPr algn="ctr" rtl="1">
                        <a:lnSpc>
                          <a:spcPct val="115000"/>
                        </a:lnSpc>
                        <a:spcAft>
                          <a:spcPts val="800"/>
                        </a:spcAft>
                        <a:buNone/>
                      </a:pPr>
                      <a:r>
                        <a:rPr lang="en-US" sz="1800" kern="100">
                          <a:effectLst/>
                        </a:rPr>
                        <a:t>350 gr</a:t>
                      </a:r>
                      <a:endParaRPr lang="en-US" sz="1800" kern="100">
                        <a:effectLst/>
                        <a:latin typeface="Aptos" panose="020B0004020202020204" pitchFamily="34" charset="0"/>
                        <a:ea typeface="+mn-ea"/>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Weight</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7">
                  <a:txBody>
                    <a:bodyPr/>
                    <a:lstStyle/>
                    <a:p>
                      <a:pPr algn="ctr" rtl="1">
                        <a:lnSpc>
                          <a:spcPct val="115000"/>
                        </a:lnSpc>
                        <a:spcAft>
                          <a:spcPts val="800"/>
                        </a:spcAft>
                        <a:buNone/>
                      </a:pPr>
                      <a:r>
                        <a:rPr lang="en-US" sz="1800" kern="100">
                          <a:effectLst/>
                        </a:rPr>
                        <a:t>Payload – General</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469973"/>
                  </a:ext>
                </a:extLst>
              </a:tr>
              <a:tr h="654610">
                <a:tc gridSpan="2">
                  <a:txBody>
                    <a:bodyPr/>
                    <a:lstStyle/>
                    <a:p>
                      <a:pPr algn="ctr" rtl="1">
                        <a:lnSpc>
                          <a:spcPct val="115000"/>
                        </a:lnSpc>
                        <a:spcAft>
                          <a:spcPts val="800"/>
                        </a:spcAft>
                        <a:buNone/>
                      </a:pPr>
                      <a:r>
                        <a:rPr lang="en-US" sz="1800" kern="100">
                          <a:effectLst/>
                        </a:rPr>
                        <a:t>24 - 32 VDC</a:t>
                      </a:r>
                      <a:br>
                        <a:rPr lang="he-IL" sz="1800" kern="100">
                          <a:effectLst/>
                        </a:rPr>
                      </a:br>
                      <a:r>
                        <a:rPr lang="en-US" sz="1800" kern="100">
                          <a:effectLst/>
                        </a:rPr>
                        <a:t>(Nominal - 28VDC)</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Power Consumption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594452732"/>
                  </a:ext>
                </a:extLst>
              </a:tr>
              <a:tr h="368554">
                <a:tc>
                  <a:txBody>
                    <a:bodyPr/>
                    <a:lstStyle/>
                    <a:p>
                      <a:pPr algn="ctr" rtl="1">
                        <a:lnSpc>
                          <a:spcPct val="115000"/>
                        </a:lnSpc>
                        <a:spcAft>
                          <a:spcPts val="800"/>
                        </a:spcAft>
                        <a:buNone/>
                      </a:pPr>
                      <a:r>
                        <a:rPr lang="en-US" sz="1800" kern="100">
                          <a:effectLst/>
                        </a:rPr>
                        <a:t>20W</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Nominal</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rtl="1">
                        <a:lnSpc>
                          <a:spcPct val="115000"/>
                        </a:lnSpc>
                        <a:spcAft>
                          <a:spcPts val="800"/>
                        </a:spcAft>
                        <a:buNone/>
                      </a:pPr>
                      <a:r>
                        <a:rPr lang="en-US" sz="1800" kern="100">
                          <a:effectLst/>
                        </a:rPr>
                        <a:t>Power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782623506"/>
                  </a:ext>
                </a:extLst>
              </a:tr>
              <a:tr h="368554">
                <a:tc>
                  <a:txBody>
                    <a:bodyPr/>
                    <a:lstStyle/>
                    <a:p>
                      <a:pPr algn="ctr" rtl="1">
                        <a:lnSpc>
                          <a:spcPct val="115000"/>
                        </a:lnSpc>
                        <a:spcAft>
                          <a:spcPts val="800"/>
                        </a:spcAft>
                        <a:buNone/>
                      </a:pPr>
                      <a:r>
                        <a:rPr lang="en-US" sz="1800" kern="100">
                          <a:effectLst/>
                        </a:rPr>
                        <a:t>120W</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Max</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2981582550"/>
                  </a:ext>
                </a:extLst>
              </a:tr>
              <a:tr h="368554">
                <a:tc>
                  <a:txBody>
                    <a:bodyPr/>
                    <a:lstStyle/>
                    <a:p>
                      <a:pPr algn="ctr" rtl="1">
                        <a:lnSpc>
                          <a:spcPct val="115000"/>
                        </a:lnSpc>
                        <a:spcAft>
                          <a:spcPts val="800"/>
                        </a:spcAft>
                        <a:buNone/>
                      </a:pPr>
                      <a:r>
                        <a:rPr lang="en-US" sz="1800" kern="100">
                          <a:effectLst/>
                        </a:rPr>
                        <a:t>±175°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Azimuth</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rtl="1">
                        <a:lnSpc>
                          <a:spcPct val="115000"/>
                        </a:lnSpc>
                        <a:spcAft>
                          <a:spcPts val="800"/>
                        </a:spcAft>
                        <a:buNone/>
                      </a:pPr>
                      <a:r>
                        <a:rPr lang="en-US" sz="1800" kern="100">
                          <a:effectLst/>
                        </a:rPr>
                        <a:t>Range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345526953"/>
                  </a:ext>
                </a:extLst>
              </a:tr>
              <a:tr h="513989">
                <a:tc>
                  <a:txBody>
                    <a:bodyPr/>
                    <a:lstStyle/>
                    <a:p>
                      <a:pPr algn="ctr" rtl="1">
                        <a:lnSpc>
                          <a:spcPct val="115000"/>
                        </a:lnSpc>
                        <a:spcAft>
                          <a:spcPts val="800"/>
                        </a:spcAft>
                        <a:buNone/>
                      </a:pPr>
                      <a:r>
                        <a:rPr lang="en-US" sz="1800" kern="100">
                          <a:effectLst/>
                        </a:rPr>
                        <a:t>-130° to +90°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Elevation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114538197"/>
                  </a:ext>
                </a:extLst>
              </a:tr>
              <a:tr h="660981">
                <a:tc gridSpan="2">
                  <a:txBody>
                    <a:bodyPr/>
                    <a:lstStyle/>
                    <a:p>
                      <a:pPr algn="ctr" rtl="1">
                        <a:lnSpc>
                          <a:spcPct val="115000"/>
                        </a:lnSpc>
                        <a:spcAft>
                          <a:spcPts val="800"/>
                        </a:spcAft>
                        <a:buNone/>
                      </a:pPr>
                      <a:r>
                        <a:rPr lang="en-US" sz="1800" kern="100">
                          <a:effectLst/>
                        </a:rPr>
                        <a:t>120°/ sec ±10%.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Maximum Angular Velocity</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634713710"/>
                  </a:ext>
                </a:extLst>
              </a:tr>
            </a:tbl>
          </a:graphicData>
        </a:graphic>
      </p:graphicFrame>
      <p:graphicFrame>
        <p:nvGraphicFramePr>
          <p:cNvPr id="10" name="Table 9">
            <a:extLst>
              <a:ext uri="{FF2B5EF4-FFF2-40B4-BE49-F238E27FC236}">
                <a16:creationId xmlns:a16="http://schemas.microsoft.com/office/drawing/2014/main" id="{3F232CA8-9F19-99AC-6AA4-529436815E27}"/>
              </a:ext>
            </a:extLst>
          </p:cNvPr>
          <p:cNvGraphicFramePr>
            <a:graphicFrameLocks noGrp="1"/>
          </p:cNvGraphicFramePr>
          <p:nvPr>
            <p:extLst>
              <p:ext uri="{D42A27DB-BD31-4B8C-83A1-F6EECF244321}">
                <p14:modId xmlns:p14="http://schemas.microsoft.com/office/powerpoint/2010/main" val="103712368"/>
              </p:ext>
            </p:extLst>
          </p:nvPr>
        </p:nvGraphicFramePr>
        <p:xfrm>
          <a:off x="10338619" y="5366367"/>
          <a:ext cx="8294059" cy="4751026"/>
        </p:xfrm>
        <a:graphic>
          <a:graphicData uri="http://schemas.openxmlformats.org/drawingml/2006/table">
            <a:tbl>
              <a:tblPr rtl="1" firstRow="1" firstCol="1" bandRow="1">
                <a:tableStyleId>{2D5ABB26-0587-4C30-8999-92F81FD0307C}</a:tableStyleId>
              </a:tblPr>
              <a:tblGrid>
                <a:gridCol w="1809154">
                  <a:extLst>
                    <a:ext uri="{9D8B030D-6E8A-4147-A177-3AD203B41FA5}">
                      <a16:colId xmlns:a16="http://schemas.microsoft.com/office/drawing/2014/main" val="2823195549"/>
                    </a:ext>
                  </a:extLst>
                </a:gridCol>
                <a:gridCol w="336535">
                  <a:extLst>
                    <a:ext uri="{9D8B030D-6E8A-4147-A177-3AD203B41FA5}">
                      <a16:colId xmlns:a16="http://schemas.microsoft.com/office/drawing/2014/main" val="258282218"/>
                    </a:ext>
                  </a:extLst>
                </a:gridCol>
                <a:gridCol w="1770096">
                  <a:extLst>
                    <a:ext uri="{9D8B030D-6E8A-4147-A177-3AD203B41FA5}">
                      <a16:colId xmlns:a16="http://schemas.microsoft.com/office/drawing/2014/main" val="1191533757"/>
                    </a:ext>
                  </a:extLst>
                </a:gridCol>
                <a:gridCol w="2189137">
                  <a:extLst>
                    <a:ext uri="{9D8B030D-6E8A-4147-A177-3AD203B41FA5}">
                      <a16:colId xmlns:a16="http://schemas.microsoft.com/office/drawing/2014/main" val="2709394343"/>
                    </a:ext>
                  </a:extLst>
                </a:gridCol>
                <a:gridCol w="2189137">
                  <a:extLst>
                    <a:ext uri="{9D8B030D-6E8A-4147-A177-3AD203B41FA5}">
                      <a16:colId xmlns:a16="http://schemas.microsoft.com/office/drawing/2014/main" val="2252399713"/>
                    </a:ext>
                  </a:extLst>
                </a:gridCol>
              </a:tblGrid>
              <a:tr h="392809">
                <a:tc gridSpan="5">
                  <a:txBody>
                    <a:bodyPr/>
                    <a:lstStyle/>
                    <a:p>
                      <a:pPr marL="0" marR="0" lvl="0" indent="0" algn="ctr" defTabSz="914400" rtl="1" eaLnBrk="1" fontAlgn="auto" latinLnBrk="0" hangingPunct="1">
                        <a:lnSpc>
                          <a:spcPct val="115000"/>
                        </a:lnSpc>
                        <a:spcBef>
                          <a:spcPts val="0"/>
                        </a:spcBef>
                        <a:spcAft>
                          <a:spcPts val="800"/>
                        </a:spcAft>
                        <a:buClrTx/>
                        <a:buSzTx/>
                        <a:buFontTx/>
                        <a:buNone/>
                        <a:tabLst/>
                        <a:defRPr/>
                      </a:pPr>
                      <a:r>
                        <a:rPr lang="en-US" sz="1800" b="1" kern="100">
                          <a:solidFill>
                            <a:sysClr val="windowText" lastClr="000000"/>
                          </a:solidFill>
                          <a:effectLst/>
                        </a:rPr>
                        <a:t>HIVE</a:t>
                      </a:r>
                      <a:endParaRPr lang="en-US" sz="1800" b="1" kern="100">
                        <a:solidFill>
                          <a:sysClr val="windowText" lastClr="000000"/>
                        </a:solidFill>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hMerge="1">
                  <a:txBody>
                    <a:bodyPr/>
                    <a:lstStyle/>
                    <a:p>
                      <a:pPr rtl="1"/>
                      <a:endParaRPr lang="he-IL"/>
                    </a:p>
                  </a:txBody>
                  <a:tcPr/>
                </a:tc>
                <a:tc hMerge="1">
                  <a:txBody>
                    <a:bodyPr/>
                    <a:lstStyle/>
                    <a:p>
                      <a:pPr rtl="1"/>
                      <a:endParaRPr lang="he-IL"/>
                    </a:p>
                  </a:txBody>
                  <a:tcPr/>
                </a:tc>
                <a:tc hMerge="1">
                  <a:txBody>
                    <a:bodyPr/>
                    <a:lstStyle/>
                    <a:p>
                      <a:pPr algn="ctr" rtl="1">
                        <a:lnSpc>
                          <a:spcPct val="115000"/>
                        </a:lnSpc>
                        <a:spcAft>
                          <a:spcPts val="800"/>
                        </a:spcAft>
                        <a:buNone/>
                      </a:pPr>
                      <a:endParaRPr lang="en-US" sz="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1">
                        <a:lnSpc>
                          <a:spcPct val="115000"/>
                        </a:lnSpc>
                        <a:spcAft>
                          <a:spcPts val="800"/>
                        </a:spcAft>
                        <a:buNone/>
                      </a:pPr>
                      <a:endParaRPr lang="en-US" sz="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3694847"/>
                  </a:ext>
                </a:extLst>
              </a:tr>
              <a:tr h="508544">
                <a:tc gridSpan="3">
                  <a:txBody>
                    <a:bodyPr/>
                    <a:lstStyle/>
                    <a:p>
                      <a:pPr algn="ctr" rtl="1">
                        <a:lnSpc>
                          <a:spcPct val="115000"/>
                        </a:lnSpc>
                        <a:spcAft>
                          <a:spcPts val="800"/>
                        </a:spcAft>
                        <a:buNone/>
                      </a:pPr>
                      <a:r>
                        <a:rPr lang="en-US" sz="1800" kern="100">
                          <a:effectLst/>
                        </a:rPr>
                        <a:t>Nvidia Jetson Orin NX 8GB</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Inner computer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0">
                  <a:txBody>
                    <a:bodyPr/>
                    <a:lstStyle/>
                    <a:p>
                      <a:pPr algn="ctr" rtl="1">
                        <a:lnSpc>
                          <a:spcPct val="115000"/>
                        </a:lnSpc>
                        <a:spcAft>
                          <a:spcPts val="800"/>
                        </a:spcAft>
                        <a:buNone/>
                      </a:pPr>
                      <a:r>
                        <a:rPr lang="en-US" sz="1800" kern="100">
                          <a:effectLst/>
                        </a:rPr>
                        <a:t>HIVE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862958"/>
                  </a:ext>
                </a:extLst>
              </a:tr>
              <a:tr h="431750">
                <a:tc gridSpan="3">
                  <a:txBody>
                    <a:bodyPr/>
                    <a:lstStyle/>
                    <a:p>
                      <a:pPr algn="ctr" rtl="1">
                        <a:lnSpc>
                          <a:spcPct val="115000"/>
                        </a:lnSpc>
                        <a:spcAft>
                          <a:spcPts val="800"/>
                        </a:spcAft>
                        <a:buNone/>
                      </a:pPr>
                      <a:r>
                        <a:rPr lang="en-US" sz="1800" kern="100">
                          <a:effectLst/>
                        </a:rPr>
                        <a:t>500 GB</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Memory Card</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995020099"/>
                  </a:ext>
                </a:extLst>
              </a:tr>
              <a:tr h="431750">
                <a:tc gridSpan="2">
                  <a:txBody>
                    <a:bodyPr/>
                    <a:lstStyle/>
                    <a:p>
                      <a:pPr algn="ctr" rtl="1">
                        <a:lnSpc>
                          <a:spcPct val="115000"/>
                        </a:lnSpc>
                        <a:spcAft>
                          <a:spcPts val="800"/>
                        </a:spcAft>
                        <a:buNone/>
                      </a:pPr>
                      <a:r>
                        <a:rPr lang="en-US" sz="1800" kern="100">
                          <a:effectLst/>
                        </a:rPr>
                        <a:t>1.1.1.2</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Host Computer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rtl="1">
                        <a:lnSpc>
                          <a:spcPct val="115000"/>
                        </a:lnSpc>
                        <a:spcAft>
                          <a:spcPts val="800"/>
                        </a:spcAft>
                        <a:buNone/>
                      </a:pPr>
                      <a:r>
                        <a:rPr lang="en-US" sz="1800" kern="100">
                          <a:effectLst/>
                        </a:rPr>
                        <a:t>Default IP address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284322450"/>
                  </a:ext>
                </a:extLst>
              </a:tr>
              <a:tr h="392809">
                <a:tc gridSpan="2">
                  <a:txBody>
                    <a:bodyPr/>
                    <a:lstStyle/>
                    <a:p>
                      <a:pPr algn="ctr" rtl="1">
                        <a:lnSpc>
                          <a:spcPct val="115000"/>
                        </a:lnSpc>
                        <a:spcAft>
                          <a:spcPts val="800"/>
                        </a:spcAft>
                        <a:buNone/>
                      </a:pPr>
                      <a:r>
                        <a:rPr lang="he-IL" sz="1800" kern="100">
                          <a:effectLst/>
                        </a:rPr>
                        <a:t>1.1.1.3</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HIVE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4082351798"/>
                  </a:ext>
                </a:extLst>
              </a:tr>
              <a:tr h="392809">
                <a:tc gridSpan="2">
                  <a:txBody>
                    <a:bodyPr/>
                    <a:lstStyle/>
                    <a:p>
                      <a:pPr algn="ctr" rtl="1">
                        <a:lnSpc>
                          <a:spcPct val="115000"/>
                        </a:lnSpc>
                        <a:spcAft>
                          <a:spcPts val="800"/>
                        </a:spcAft>
                        <a:buNone/>
                      </a:pPr>
                      <a:r>
                        <a:rPr lang="he-IL" sz="1800" kern="100">
                          <a:effectLst/>
                        </a:rPr>
                        <a:t>1.1.1.4</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Video</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2058723945"/>
                  </a:ext>
                </a:extLst>
              </a:tr>
              <a:tr h="392809">
                <a:tc gridSpan="3">
                  <a:txBody>
                    <a:bodyPr/>
                    <a:lstStyle/>
                    <a:p>
                      <a:pPr algn="ctr" rtl="1">
                        <a:lnSpc>
                          <a:spcPct val="115000"/>
                        </a:lnSpc>
                        <a:spcAft>
                          <a:spcPts val="800"/>
                        </a:spcAft>
                        <a:buNone/>
                      </a:pPr>
                      <a:r>
                        <a:rPr lang="en-US" sz="1800" kern="100">
                          <a:effectLst/>
                        </a:rPr>
                        <a:t>255.0.0.0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Subnet mask</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149425424"/>
                  </a:ext>
                </a:extLst>
              </a:tr>
              <a:tr h="431750">
                <a:tc gridSpan="3">
                  <a:txBody>
                    <a:bodyPr/>
                    <a:lstStyle/>
                    <a:p>
                      <a:pPr algn="ctr" rtl="1">
                        <a:lnSpc>
                          <a:spcPct val="115000"/>
                        </a:lnSpc>
                        <a:spcAft>
                          <a:spcPts val="800"/>
                        </a:spcAft>
                        <a:buNone/>
                      </a:pPr>
                      <a:r>
                        <a:rPr lang="en-US" sz="1800" kern="100">
                          <a:effectLst/>
                        </a:rPr>
                        <a:t>1.1.1.3:8080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Web access URL</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592461966"/>
                  </a:ext>
                </a:extLst>
              </a:tr>
              <a:tr h="508544">
                <a:tc>
                  <a:txBody>
                    <a:bodyPr/>
                    <a:lstStyle/>
                    <a:p>
                      <a:pPr algn="ctr" rtl="1">
                        <a:lnSpc>
                          <a:spcPct val="115000"/>
                        </a:lnSpc>
                        <a:spcAft>
                          <a:spcPts val="800"/>
                        </a:spcAft>
                        <a:buNone/>
                      </a:pPr>
                      <a:r>
                        <a:rPr lang="he-IL" sz="1800" kern="100">
                          <a:effectLst/>
                        </a:rPr>
                        <a:t>1024</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rtl="1">
                        <a:lnSpc>
                          <a:spcPct val="115000"/>
                        </a:lnSpc>
                        <a:spcAft>
                          <a:spcPts val="800"/>
                        </a:spcAft>
                        <a:buNone/>
                      </a:pPr>
                      <a:r>
                        <a:rPr lang="en-US" sz="1800" kern="100">
                          <a:effectLst/>
                        </a:rPr>
                        <a:t>Host Computer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rowSpan="2">
                  <a:txBody>
                    <a:bodyPr/>
                    <a:lstStyle/>
                    <a:p>
                      <a:pPr algn="ctr" rtl="1">
                        <a:lnSpc>
                          <a:spcPct val="115000"/>
                        </a:lnSpc>
                        <a:spcAft>
                          <a:spcPts val="800"/>
                        </a:spcAft>
                        <a:buNone/>
                      </a:pPr>
                      <a:r>
                        <a:rPr lang="en-US" sz="1800" kern="100">
                          <a:effectLst/>
                        </a:rPr>
                        <a:t>Default port</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791645895"/>
                  </a:ext>
                </a:extLst>
              </a:tr>
              <a:tr h="392809">
                <a:tc>
                  <a:txBody>
                    <a:bodyPr/>
                    <a:lstStyle/>
                    <a:p>
                      <a:pPr algn="ctr" rtl="1">
                        <a:lnSpc>
                          <a:spcPct val="115000"/>
                        </a:lnSpc>
                        <a:spcAft>
                          <a:spcPts val="800"/>
                        </a:spcAft>
                        <a:buNone/>
                      </a:pPr>
                      <a:r>
                        <a:rPr lang="en-US" sz="1800" kern="100">
                          <a:effectLst/>
                        </a:rPr>
                        <a:t>1025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rtl="1">
                        <a:lnSpc>
                          <a:spcPct val="115000"/>
                        </a:lnSpc>
                        <a:spcAft>
                          <a:spcPts val="800"/>
                        </a:spcAft>
                        <a:buNone/>
                      </a:pPr>
                      <a:r>
                        <a:rPr lang="en-US" sz="1800" kern="100">
                          <a:effectLst/>
                        </a:rPr>
                        <a:t>HIVE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3747467637"/>
                  </a:ext>
                </a:extLst>
              </a:tr>
              <a:tr h="392809">
                <a:tc gridSpan="3">
                  <a:txBody>
                    <a:bodyPr/>
                    <a:lstStyle/>
                    <a:p>
                      <a:pPr algn="ctr" rtl="1">
                        <a:lnSpc>
                          <a:spcPct val="115000"/>
                        </a:lnSpc>
                        <a:spcAft>
                          <a:spcPts val="800"/>
                        </a:spcAft>
                        <a:buNone/>
                      </a:pPr>
                      <a:r>
                        <a:rPr lang="en-US" sz="1800" kern="100">
                          <a:effectLst/>
                        </a:rPr>
                        <a:t>Nominal – 2 Mbps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Bandwidth</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828925790"/>
                  </a:ext>
                </a:extLst>
              </a:tr>
            </a:tbl>
          </a:graphicData>
        </a:graphic>
      </p:graphicFrame>
      <p:graphicFrame>
        <p:nvGraphicFramePr>
          <p:cNvPr id="11" name="Table 10">
            <a:extLst>
              <a:ext uri="{FF2B5EF4-FFF2-40B4-BE49-F238E27FC236}">
                <a16:creationId xmlns:a16="http://schemas.microsoft.com/office/drawing/2014/main" id="{92277B44-885E-8D4C-726F-4D4D310C698F}"/>
              </a:ext>
            </a:extLst>
          </p:cNvPr>
          <p:cNvGraphicFramePr>
            <a:graphicFrameLocks noGrp="1"/>
          </p:cNvGraphicFramePr>
          <p:nvPr>
            <p:extLst>
              <p:ext uri="{D42A27DB-BD31-4B8C-83A1-F6EECF244321}">
                <p14:modId xmlns:p14="http://schemas.microsoft.com/office/powerpoint/2010/main" val="2573791064"/>
              </p:ext>
            </p:extLst>
          </p:nvPr>
        </p:nvGraphicFramePr>
        <p:xfrm>
          <a:off x="10338619" y="2182761"/>
          <a:ext cx="8294059" cy="2032240"/>
        </p:xfrm>
        <a:graphic>
          <a:graphicData uri="http://schemas.openxmlformats.org/drawingml/2006/table">
            <a:tbl>
              <a:tblPr rtl="1" firstRow="1" firstCol="1" bandRow="1">
                <a:tableStyleId>{2D5ABB26-0587-4C30-8999-92F81FD0307C}</a:tableStyleId>
              </a:tblPr>
              <a:tblGrid>
                <a:gridCol w="2145689">
                  <a:extLst>
                    <a:ext uri="{9D8B030D-6E8A-4147-A177-3AD203B41FA5}">
                      <a16:colId xmlns:a16="http://schemas.microsoft.com/office/drawing/2014/main" val="3775738147"/>
                    </a:ext>
                  </a:extLst>
                </a:gridCol>
                <a:gridCol w="1770096">
                  <a:extLst>
                    <a:ext uri="{9D8B030D-6E8A-4147-A177-3AD203B41FA5}">
                      <a16:colId xmlns:a16="http://schemas.microsoft.com/office/drawing/2014/main" val="2516652864"/>
                    </a:ext>
                  </a:extLst>
                </a:gridCol>
                <a:gridCol w="2189137">
                  <a:extLst>
                    <a:ext uri="{9D8B030D-6E8A-4147-A177-3AD203B41FA5}">
                      <a16:colId xmlns:a16="http://schemas.microsoft.com/office/drawing/2014/main" val="3696925582"/>
                    </a:ext>
                  </a:extLst>
                </a:gridCol>
                <a:gridCol w="2189137">
                  <a:extLst>
                    <a:ext uri="{9D8B030D-6E8A-4147-A177-3AD203B41FA5}">
                      <a16:colId xmlns:a16="http://schemas.microsoft.com/office/drawing/2014/main" val="127078855"/>
                    </a:ext>
                  </a:extLst>
                </a:gridCol>
              </a:tblGrid>
              <a:tr h="0">
                <a:tc gridSpan="2">
                  <a:txBody>
                    <a:bodyPr/>
                    <a:lstStyle/>
                    <a:p>
                      <a:pPr algn="ctr" rtl="1">
                        <a:lnSpc>
                          <a:spcPct val="115000"/>
                        </a:lnSpc>
                        <a:spcAft>
                          <a:spcPts val="800"/>
                        </a:spcAft>
                        <a:buNone/>
                      </a:pPr>
                      <a:r>
                        <a:rPr lang="en-US" sz="1800" kern="100">
                          <a:effectLst/>
                        </a:rPr>
                        <a:t>FHD CMOS global shutter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Type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5">
                  <a:txBody>
                    <a:bodyPr/>
                    <a:lstStyle/>
                    <a:p>
                      <a:pPr algn="ctr" rtl="1">
                        <a:lnSpc>
                          <a:spcPct val="115000"/>
                        </a:lnSpc>
                        <a:spcAft>
                          <a:spcPts val="800"/>
                        </a:spcAft>
                        <a:buNone/>
                      </a:pPr>
                      <a:r>
                        <a:rPr lang="en-US" sz="1800" kern="100">
                          <a:effectLst/>
                        </a:rPr>
                        <a:t>Optic Sensors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8284042"/>
                  </a:ext>
                </a:extLst>
              </a:tr>
              <a:tr h="0">
                <a:tc gridSpan="2">
                  <a:txBody>
                    <a:bodyPr/>
                    <a:lstStyle/>
                    <a:p>
                      <a:pPr algn="ctr" rtl="1">
                        <a:lnSpc>
                          <a:spcPct val="115000"/>
                        </a:lnSpc>
                        <a:spcAft>
                          <a:spcPts val="800"/>
                        </a:spcAft>
                        <a:buNone/>
                      </a:pPr>
                      <a:r>
                        <a:rPr lang="en-US" sz="1800" kern="100">
                          <a:effectLst/>
                        </a:rPr>
                        <a:t>1920x1080 pixels (2.5 MP)</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Resolution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573746331"/>
                  </a:ext>
                </a:extLst>
              </a:tr>
              <a:tr h="0">
                <a:tc gridSpan="2">
                  <a:txBody>
                    <a:bodyPr/>
                    <a:lstStyle/>
                    <a:p>
                      <a:pPr algn="ctr" rtl="1">
                        <a:lnSpc>
                          <a:spcPct val="115000"/>
                        </a:lnSpc>
                        <a:spcAft>
                          <a:spcPts val="800"/>
                        </a:spcAft>
                        <a:buNone/>
                      </a:pPr>
                      <a:r>
                        <a:rPr lang="en-US" sz="1800" kern="100">
                          <a:effectLst/>
                        </a:rPr>
                        <a:t>0.4-0.7µm</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Spectral Range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201011009"/>
                  </a:ext>
                </a:extLst>
              </a:tr>
              <a:tr h="0">
                <a:tc>
                  <a:txBody>
                    <a:bodyPr/>
                    <a:lstStyle/>
                    <a:p>
                      <a:pPr algn="ctr" rtl="1">
                        <a:lnSpc>
                          <a:spcPct val="115000"/>
                        </a:lnSpc>
                        <a:spcAft>
                          <a:spcPts val="800"/>
                        </a:spcAft>
                        <a:buNone/>
                      </a:pPr>
                      <a:r>
                        <a:rPr lang="en-US" sz="1800" kern="100">
                          <a:effectLst/>
                        </a:rPr>
                        <a:t>2°- 13°</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Narrow</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rtl="1">
                        <a:lnSpc>
                          <a:spcPct val="115000"/>
                        </a:lnSpc>
                        <a:spcAft>
                          <a:spcPts val="800"/>
                        </a:spcAft>
                        <a:buNone/>
                      </a:pPr>
                      <a:r>
                        <a:rPr lang="en-US" sz="1800" kern="100">
                          <a:effectLst/>
                        </a:rPr>
                        <a:t>Zoom (FOV)</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908844489"/>
                  </a:ext>
                </a:extLst>
              </a:tr>
              <a:tr h="0">
                <a:tc>
                  <a:txBody>
                    <a:bodyPr/>
                    <a:lstStyle/>
                    <a:p>
                      <a:pPr algn="ctr" rtl="1">
                        <a:lnSpc>
                          <a:spcPct val="115000"/>
                        </a:lnSpc>
                        <a:spcAft>
                          <a:spcPts val="800"/>
                        </a:spcAft>
                        <a:buNone/>
                      </a:pPr>
                      <a:r>
                        <a:rPr lang="en-US" sz="1800" kern="100">
                          <a:effectLst/>
                        </a:rPr>
                        <a:t>13°- 45°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Wide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500247220"/>
                  </a:ext>
                </a:extLst>
              </a:tr>
            </a:tbl>
          </a:graphicData>
        </a:graphic>
      </p:graphicFrame>
      <p:graphicFrame>
        <p:nvGraphicFramePr>
          <p:cNvPr id="12" name="Table 11">
            <a:extLst>
              <a:ext uri="{FF2B5EF4-FFF2-40B4-BE49-F238E27FC236}">
                <a16:creationId xmlns:a16="http://schemas.microsoft.com/office/drawing/2014/main" id="{6C9F44B0-5463-7FEB-3CB9-87A1B0BC2F41}"/>
              </a:ext>
            </a:extLst>
          </p:cNvPr>
          <p:cNvGraphicFramePr>
            <a:graphicFrameLocks noGrp="1"/>
          </p:cNvGraphicFramePr>
          <p:nvPr>
            <p:extLst>
              <p:ext uri="{D42A27DB-BD31-4B8C-83A1-F6EECF244321}">
                <p14:modId xmlns:p14="http://schemas.microsoft.com/office/powerpoint/2010/main" val="3008592303"/>
              </p:ext>
            </p:extLst>
          </p:nvPr>
        </p:nvGraphicFramePr>
        <p:xfrm>
          <a:off x="1611670" y="6445045"/>
          <a:ext cx="7254438" cy="3672348"/>
        </p:xfrm>
        <a:graphic>
          <a:graphicData uri="http://schemas.openxmlformats.org/drawingml/2006/table">
            <a:tbl>
              <a:tblPr rtl="1" firstRow="1" firstCol="1" bandRow="1">
                <a:tableStyleId>{2D5ABB26-0587-4C30-8999-92F81FD0307C}</a:tableStyleId>
              </a:tblPr>
              <a:tblGrid>
                <a:gridCol w="3424960">
                  <a:extLst>
                    <a:ext uri="{9D8B030D-6E8A-4147-A177-3AD203B41FA5}">
                      <a16:colId xmlns:a16="http://schemas.microsoft.com/office/drawing/2014/main" val="1320921449"/>
                    </a:ext>
                  </a:extLst>
                </a:gridCol>
                <a:gridCol w="1914739">
                  <a:extLst>
                    <a:ext uri="{9D8B030D-6E8A-4147-A177-3AD203B41FA5}">
                      <a16:colId xmlns:a16="http://schemas.microsoft.com/office/drawing/2014/main" val="2415385338"/>
                    </a:ext>
                  </a:extLst>
                </a:gridCol>
                <a:gridCol w="1914739">
                  <a:extLst>
                    <a:ext uri="{9D8B030D-6E8A-4147-A177-3AD203B41FA5}">
                      <a16:colId xmlns:a16="http://schemas.microsoft.com/office/drawing/2014/main" val="4108478740"/>
                    </a:ext>
                  </a:extLst>
                </a:gridCol>
              </a:tblGrid>
              <a:tr h="1052327">
                <a:tc>
                  <a:txBody>
                    <a:bodyPr/>
                    <a:lstStyle/>
                    <a:p>
                      <a:pPr algn="ctr" rtl="1">
                        <a:lnSpc>
                          <a:spcPct val="115000"/>
                        </a:lnSpc>
                        <a:spcAft>
                          <a:spcPts val="800"/>
                        </a:spcAft>
                        <a:buNone/>
                      </a:pPr>
                      <a:r>
                        <a:rPr lang="en-US" sz="1800" kern="100">
                          <a:effectLst/>
                        </a:rPr>
                        <a:t>Indium Antimonide (</a:t>
                      </a:r>
                      <a:r>
                        <a:rPr lang="en-US" sz="1800" kern="100" err="1">
                          <a:effectLst/>
                        </a:rPr>
                        <a:t>InSb</a:t>
                      </a:r>
                      <a:r>
                        <a:rPr lang="en-US" sz="1800" kern="100">
                          <a:effectLst/>
                        </a:rPr>
                        <a:t>) Focal Plane Array (FPA)</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Type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rtl="1">
                        <a:lnSpc>
                          <a:spcPct val="115000"/>
                        </a:lnSpc>
                        <a:spcAft>
                          <a:spcPts val="800"/>
                        </a:spcAft>
                        <a:buNone/>
                      </a:pPr>
                      <a:r>
                        <a:rPr lang="en-US" sz="1800" kern="100">
                          <a:effectLst/>
                        </a:rPr>
                        <a:t>Thermal Sensor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418087"/>
                  </a:ext>
                </a:extLst>
              </a:tr>
              <a:tr h="412303">
                <a:tc>
                  <a:txBody>
                    <a:bodyPr/>
                    <a:lstStyle/>
                    <a:p>
                      <a:pPr algn="ctr" rtl="1">
                        <a:lnSpc>
                          <a:spcPct val="115000"/>
                        </a:lnSpc>
                        <a:spcAft>
                          <a:spcPts val="800"/>
                        </a:spcAft>
                        <a:buNone/>
                      </a:pPr>
                      <a:r>
                        <a:rPr lang="en-US" sz="1800" kern="100">
                          <a:effectLst/>
                        </a:rPr>
                        <a:t>640 × 480 pixels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Resolution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505821898"/>
                  </a:ext>
                </a:extLst>
              </a:tr>
              <a:tr h="1052327">
                <a:tc>
                  <a:txBody>
                    <a:bodyPr/>
                    <a:lstStyle/>
                    <a:p>
                      <a:pPr algn="ctr" rtl="1">
                        <a:lnSpc>
                          <a:spcPct val="115000"/>
                        </a:lnSpc>
                        <a:spcAft>
                          <a:spcPts val="800"/>
                        </a:spcAft>
                        <a:buNone/>
                      </a:pPr>
                      <a:r>
                        <a:rPr lang="en-US" sz="1800" kern="100">
                          <a:effectLst/>
                        </a:rPr>
                        <a:t>8–14 µm</a:t>
                      </a:r>
                      <a:br>
                        <a:rPr lang="en-US" sz="1800" kern="100">
                          <a:effectLst/>
                        </a:rPr>
                      </a:br>
                      <a:r>
                        <a:rPr lang="en-US" sz="1800" kern="100">
                          <a:effectLst/>
                        </a:rPr>
                        <a:t>Long-Wave Infrared, LWIR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Spectral Range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562653171"/>
                  </a:ext>
                </a:extLst>
              </a:tr>
              <a:tr h="1155391">
                <a:tc>
                  <a:txBody>
                    <a:bodyPr/>
                    <a:lstStyle/>
                    <a:p>
                      <a:pPr algn="ctr" rtl="1">
                        <a:lnSpc>
                          <a:spcPct val="115000"/>
                        </a:lnSpc>
                        <a:spcAft>
                          <a:spcPts val="800"/>
                        </a:spcAft>
                        <a:buNone/>
                      </a:pPr>
                      <a:r>
                        <a:rPr lang="en-US" sz="1800" kern="100">
                          <a:effectLst/>
                        </a:rPr>
                        <a:t>3.1°-12.5°</a:t>
                      </a:r>
                    </a:p>
                    <a:p>
                      <a:pPr algn="ctr" rtl="1">
                        <a:lnSpc>
                          <a:spcPct val="115000"/>
                        </a:lnSpc>
                        <a:spcAft>
                          <a:spcPts val="800"/>
                        </a:spcAft>
                        <a:buNone/>
                      </a:pPr>
                      <a:r>
                        <a:rPr lang="en-US" sz="1800" kern="100">
                          <a:effectLst/>
                        </a:rPr>
                        <a:t>Continuous electronic zoom</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Zoom (FOV)</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3112452849"/>
                  </a:ext>
                </a:extLst>
              </a:tr>
            </a:tbl>
          </a:graphicData>
        </a:graphic>
      </p:graphicFrame>
    </p:spTree>
    <p:extLst>
      <p:ext uri="{BB962C8B-B14F-4D97-AF65-F5344CB8AC3E}">
        <p14:creationId xmlns:p14="http://schemas.microsoft.com/office/powerpoint/2010/main" val="59276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46AF60A3-A08F-8525-EA37-906155A32AD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62ED0CF-59D6-FED8-7B94-CCE05A86E199}"/>
              </a:ext>
            </a:extLst>
          </p:cNvPr>
          <p:cNvSpPr>
            <a:spLocks noGrp="1"/>
          </p:cNvSpPr>
          <p:nvPr/>
        </p:nvSpPr>
        <p:spPr>
          <a:xfrm>
            <a:off x="2269413" y="2396409"/>
            <a:ext cx="15565273" cy="8804047"/>
          </a:xfrm>
          <a:prstGeom prst="rect">
            <a:avLst/>
          </a:prstGeom>
        </p:spPr>
        <p:txBody>
          <a:bodyPr vert="horz" lIns="150781" tIns="75390" rIns="150781" bIns="753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rtl="0">
              <a:lnSpc>
                <a:spcPct val="100000"/>
              </a:lnSpc>
              <a:spcBef>
                <a:spcPts val="989"/>
              </a:spcBef>
              <a:spcAft>
                <a:spcPts val="495"/>
              </a:spcAft>
              <a:buFont typeface="Wingdings" panose="05000000000000000000" pitchFamily="2" charset="2"/>
              <a:buChar char="ü"/>
              <a:tabLst>
                <a:tab pos="753923" algn="l"/>
              </a:tabLst>
            </a:pPr>
            <a:endParaRPr lang="he-IL" sz="1979">
              <a:solidFill>
                <a:srgbClr val="002060"/>
              </a:solidFill>
            </a:endParaRPr>
          </a:p>
        </p:txBody>
      </p:sp>
      <p:sp>
        <p:nvSpPr>
          <p:cNvPr id="8" name="Google Shape;132;p20">
            <a:extLst>
              <a:ext uri="{FF2B5EF4-FFF2-40B4-BE49-F238E27FC236}">
                <a16:creationId xmlns:a16="http://schemas.microsoft.com/office/drawing/2014/main" id="{389D44D5-78A2-E8AA-1A25-330EC7D27B88}"/>
              </a:ext>
            </a:extLst>
          </p:cNvPr>
          <p:cNvSpPr txBox="1">
            <a:spLocks/>
          </p:cNvSpPr>
          <p:nvPr/>
        </p:nvSpPr>
        <p:spPr>
          <a:xfrm>
            <a:off x="885262" y="748378"/>
            <a:ext cx="14644790" cy="143438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10000"/>
              </a:lnSpc>
              <a:spcBef>
                <a:spcPts val="0"/>
              </a:spcBef>
              <a:spcAft>
                <a:spcPts val="0"/>
              </a:spcAft>
              <a:buClr>
                <a:schemeClr val="dk2"/>
              </a:buClr>
              <a:buSzPts val="7800"/>
              <a:buFont typeface="Barlow Condensed ExtraBold"/>
              <a:buNone/>
              <a:defRPr sz="7800" b="0" i="1" u="none" strike="noStrike" cap="none">
                <a:solidFill>
                  <a:schemeClr val="dk2"/>
                </a:solidFill>
                <a:latin typeface="Barlow Condensed ExtraBold"/>
                <a:ea typeface="Barlow Condensed ExtraBold"/>
                <a:cs typeface="Barlow Condensed ExtraBold"/>
                <a:sym typeface="Barlow Condensed ExtraBold"/>
              </a:defRPr>
            </a:lvl1pPr>
            <a:lvl2pPr marR="0" lvl="1"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2pPr>
            <a:lvl3pPr marR="0" lvl="2"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3pPr>
            <a:lvl4pPr marR="0" lvl="3"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4pPr>
            <a:lvl5pPr marR="0" lvl="4"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5pPr>
            <a:lvl6pPr marR="0" lvl="5"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6pPr>
            <a:lvl7pPr marR="0" lvl="6"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7pPr>
            <a:lvl8pPr marR="0" lvl="7"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8pPr>
            <a:lvl9pPr marR="0" lvl="8" algn="l" rtl="0">
              <a:lnSpc>
                <a:spcPct val="100000"/>
              </a:lnSpc>
              <a:spcBef>
                <a:spcPts val="0"/>
              </a:spcBef>
              <a:spcAft>
                <a:spcPts val="0"/>
              </a:spcAft>
              <a:buClr>
                <a:srgbClr val="000000"/>
              </a:buClr>
              <a:buSzPts val="1400"/>
              <a:buFont typeface="Barlow Condensed ExtraBold"/>
              <a:buNone/>
              <a:defRPr sz="1800" b="0" i="0" u="none" strike="noStrike" cap="none">
                <a:solidFill>
                  <a:srgbClr val="000000"/>
                </a:solidFill>
                <a:latin typeface="Barlow Condensed ExtraBold"/>
                <a:ea typeface="Barlow Condensed ExtraBold"/>
                <a:cs typeface="Barlow Condensed ExtraBold"/>
                <a:sym typeface="Barlow Condensed ExtraBold"/>
              </a:defRPr>
            </a:lvl9pPr>
          </a:lstStyle>
          <a:p>
            <a:pPr>
              <a:buFont typeface="Arial"/>
              <a:buNone/>
            </a:pPr>
            <a:r>
              <a:rPr lang="en-US"/>
              <a:t>Micro 600 – General Information</a:t>
            </a:r>
          </a:p>
        </p:txBody>
      </p:sp>
      <p:graphicFrame>
        <p:nvGraphicFramePr>
          <p:cNvPr id="9" name="Table 8">
            <a:extLst>
              <a:ext uri="{FF2B5EF4-FFF2-40B4-BE49-F238E27FC236}">
                <a16:creationId xmlns:a16="http://schemas.microsoft.com/office/drawing/2014/main" id="{CFAE872A-097B-9010-3F41-DF8A3DC09007}"/>
              </a:ext>
            </a:extLst>
          </p:cNvPr>
          <p:cNvGraphicFramePr>
            <a:graphicFrameLocks noGrp="1"/>
          </p:cNvGraphicFramePr>
          <p:nvPr>
            <p:extLst>
              <p:ext uri="{D42A27DB-BD31-4B8C-83A1-F6EECF244321}">
                <p14:modId xmlns:p14="http://schemas.microsoft.com/office/powerpoint/2010/main" val="3982674025"/>
              </p:ext>
            </p:extLst>
          </p:nvPr>
        </p:nvGraphicFramePr>
        <p:xfrm>
          <a:off x="1611670" y="2182761"/>
          <a:ext cx="7254438" cy="3929126"/>
        </p:xfrm>
        <a:graphic>
          <a:graphicData uri="http://schemas.openxmlformats.org/drawingml/2006/table">
            <a:tbl>
              <a:tblPr rtl="1" firstRow="1" firstCol="1" bandRow="1">
                <a:tableStyleId>{2D5ABB26-0587-4C30-8999-92F81FD0307C}</a:tableStyleId>
              </a:tblPr>
              <a:tblGrid>
                <a:gridCol w="1876737">
                  <a:extLst>
                    <a:ext uri="{9D8B030D-6E8A-4147-A177-3AD203B41FA5}">
                      <a16:colId xmlns:a16="http://schemas.microsoft.com/office/drawing/2014/main" val="2986890050"/>
                    </a:ext>
                  </a:extLst>
                </a:gridCol>
                <a:gridCol w="1548223">
                  <a:extLst>
                    <a:ext uri="{9D8B030D-6E8A-4147-A177-3AD203B41FA5}">
                      <a16:colId xmlns:a16="http://schemas.microsoft.com/office/drawing/2014/main" val="2940488831"/>
                    </a:ext>
                  </a:extLst>
                </a:gridCol>
                <a:gridCol w="1914739">
                  <a:extLst>
                    <a:ext uri="{9D8B030D-6E8A-4147-A177-3AD203B41FA5}">
                      <a16:colId xmlns:a16="http://schemas.microsoft.com/office/drawing/2014/main" val="1655888695"/>
                    </a:ext>
                  </a:extLst>
                </a:gridCol>
                <a:gridCol w="1914739">
                  <a:extLst>
                    <a:ext uri="{9D8B030D-6E8A-4147-A177-3AD203B41FA5}">
                      <a16:colId xmlns:a16="http://schemas.microsoft.com/office/drawing/2014/main" val="28437891"/>
                    </a:ext>
                  </a:extLst>
                </a:gridCol>
              </a:tblGrid>
              <a:tr h="368554">
                <a:tc gridSpan="4">
                  <a:txBody>
                    <a:bodyPr/>
                    <a:lstStyle/>
                    <a:p>
                      <a:pPr algn="ctr" rtl="1">
                        <a:lnSpc>
                          <a:spcPct val="115000"/>
                        </a:lnSpc>
                        <a:spcAft>
                          <a:spcPts val="800"/>
                        </a:spcAft>
                        <a:buNone/>
                      </a:pPr>
                      <a:r>
                        <a:rPr lang="en-US" sz="1800" b="1" kern="100">
                          <a:solidFill>
                            <a:sysClr val="windowText" lastClr="000000"/>
                          </a:solidFill>
                          <a:effectLst/>
                        </a:rPr>
                        <a:t>Micro Sting 300</a:t>
                      </a:r>
                      <a:endParaRPr lang="en-US" sz="1100" b="1" kern="100">
                        <a:solidFill>
                          <a:sysClr val="windowText" lastClr="000000"/>
                        </a:solidFill>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3083956230"/>
                  </a:ext>
                </a:extLst>
              </a:tr>
              <a:tr h="368554">
                <a:tc gridSpan="2">
                  <a:txBody>
                    <a:bodyPr/>
                    <a:lstStyle/>
                    <a:p>
                      <a:pPr algn="ctr" rtl="1">
                        <a:lnSpc>
                          <a:spcPct val="115000"/>
                        </a:lnSpc>
                        <a:spcAft>
                          <a:spcPts val="800"/>
                        </a:spcAft>
                        <a:buNone/>
                      </a:pPr>
                      <a:r>
                        <a:rPr lang="en-US" sz="1800" kern="100">
                          <a:effectLst/>
                        </a:rPr>
                        <a:t>580 gr</a:t>
                      </a:r>
                      <a:endParaRPr lang="en-US" sz="1800" kern="100">
                        <a:effectLst/>
                        <a:latin typeface="Aptos" panose="020B0004020202020204" pitchFamily="34" charset="0"/>
                        <a:ea typeface="+mn-ea"/>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Weight</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7">
                  <a:txBody>
                    <a:bodyPr/>
                    <a:lstStyle/>
                    <a:p>
                      <a:pPr algn="ctr" rtl="1">
                        <a:lnSpc>
                          <a:spcPct val="115000"/>
                        </a:lnSpc>
                        <a:spcAft>
                          <a:spcPts val="800"/>
                        </a:spcAft>
                        <a:buNone/>
                      </a:pPr>
                      <a:r>
                        <a:rPr lang="en-US" sz="1800" kern="100">
                          <a:effectLst/>
                        </a:rPr>
                        <a:t>Payload – General</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469973"/>
                  </a:ext>
                </a:extLst>
              </a:tr>
              <a:tr h="654610">
                <a:tc gridSpan="2">
                  <a:txBody>
                    <a:bodyPr/>
                    <a:lstStyle/>
                    <a:p>
                      <a:pPr algn="ctr" rtl="1">
                        <a:lnSpc>
                          <a:spcPct val="115000"/>
                        </a:lnSpc>
                        <a:spcAft>
                          <a:spcPts val="800"/>
                        </a:spcAft>
                        <a:buNone/>
                      </a:pPr>
                      <a:r>
                        <a:rPr lang="en-US" sz="1800" kern="100">
                          <a:effectLst/>
                        </a:rPr>
                        <a:t>24 - 32 VDC</a:t>
                      </a:r>
                      <a:br>
                        <a:rPr lang="he-IL" sz="1800" kern="100">
                          <a:effectLst/>
                        </a:rPr>
                      </a:br>
                      <a:r>
                        <a:rPr lang="en-US" sz="1800" kern="100">
                          <a:effectLst/>
                        </a:rPr>
                        <a:t>(Nominal - 28VDC)</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Power Consumption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594452732"/>
                  </a:ext>
                </a:extLst>
              </a:tr>
              <a:tr h="368554">
                <a:tc>
                  <a:txBody>
                    <a:bodyPr/>
                    <a:lstStyle/>
                    <a:p>
                      <a:pPr algn="ctr" rtl="1">
                        <a:lnSpc>
                          <a:spcPct val="115000"/>
                        </a:lnSpc>
                        <a:spcAft>
                          <a:spcPts val="800"/>
                        </a:spcAft>
                        <a:buNone/>
                      </a:pPr>
                      <a:r>
                        <a:rPr lang="en-US" sz="1800" kern="100">
                          <a:effectLst/>
                        </a:rPr>
                        <a:t>20W</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Nominal</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rtl="1">
                        <a:lnSpc>
                          <a:spcPct val="115000"/>
                        </a:lnSpc>
                        <a:spcAft>
                          <a:spcPts val="800"/>
                        </a:spcAft>
                        <a:buNone/>
                      </a:pPr>
                      <a:r>
                        <a:rPr lang="en-US" sz="1800" kern="100">
                          <a:effectLst/>
                        </a:rPr>
                        <a:t>Power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782623506"/>
                  </a:ext>
                </a:extLst>
              </a:tr>
              <a:tr h="368554">
                <a:tc>
                  <a:txBody>
                    <a:bodyPr/>
                    <a:lstStyle/>
                    <a:p>
                      <a:pPr algn="ctr" rtl="1">
                        <a:lnSpc>
                          <a:spcPct val="115000"/>
                        </a:lnSpc>
                        <a:spcAft>
                          <a:spcPts val="800"/>
                        </a:spcAft>
                        <a:buNone/>
                      </a:pPr>
                      <a:r>
                        <a:rPr lang="en-US" sz="1800" kern="100">
                          <a:effectLst/>
                        </a:rPr>
                        <a:t>120W</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Max</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2981582550"/>
                  </a:ext>
                </a:extLst>
              </a:tr>
              <a:tr h="368554">
                <a:tc>
                  <a:txBody>
                    <a:bodyPr/>
                    <a:lstStyle/>
                    <a:p>
                      <a:pPr algn="ctr" rtl="1">
                        <a:lnSpc>
                          <a:spcPct val="115000"/>
                        </a:lnSpc>
                        <a:spcAft>
                          <a:spcPts val="800"/>
                        </a:spcAft>
                        <a:buNone/>
                      </a:pPr>
                      <a:r>
                        <a:rPr lang="en-US" sz="1800" kern="100">
                          <a:effectLst/>
                        </a:rPr>
                        <a:t>±175°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Azimuth</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rtl="1">
                        <a:lnSpc>
                          <a:spcPct val="115000"/>
                        </a:lnSpc>
                        <a:spcAft>
                          <a:spcPts val="800"/>
                        </a:spcAft>
                        <a:buNone/>
                      </a:pPr>
                      <a:r>
                        <a:rPr lang="en-US" sz="1800" kern="100">
                          <a:effectLst/>
                        </a:rPr>
                        <a:t>Range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345526953"/>
                  </a:ext>
                </a:extLst>
              </a:tr>
              <a:tr h="513989">
                <a:tc>
                  <a:txBody>
                    <a:bodyPr/>
                    <a:lstStyle/>
                    <a:p>
                      <a:pPr algn="ctr" rtl="1">
                        <a:lnSpc>
                          <a:spcPct val="115000"/>
                        </a:lnSpc>
                        <a:spcAft>
                          <a:spcPts val="800"/>
                        </a:spcAft>
                        <a:buNone/>
                      </a:pPr>
                      <a:r>
                        <a:rPr lang="en-US" sz="1800" kern="100">
                          <a:effectLst/>
                        </a:rPr>
                        <a:t>-140° to +90°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Elevation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114538197"/>
                  </a:ext>
                </a:extLst>
              </a:tr>
              <a:tr h="660981">
                <a:tc gridSpan="2">
                  <a:txBody>
                    <a:bodyPr/>
                    <a:lstStyle/>
                    <a:p>
                      <a:pPr algn="ctr" rtl="1">
                        <a:lnSpc>
                          <a:spcPct val="115000"/>
                        </a:lnSpc>
                        <a:spcAft>
                          <a:spcPts val="800"/>
                        </a:spcAft>
                        <a:buNone/>
                      </a:pPr>
                      <a:r>
                        <a:rPr lang="en-US" sz="1800" kern="100">
                          <a:effectLst/>
                        </a:rPr>
                        <a:t>120°/ sec ±10%.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Maximum Angular Velocity</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634713710"/>
                  </a:ext>
                </a:extLst>
              </a:tr>
            </a:tbl>
          </a:graphicData>
        </a:graphic>
      </p:graphicFrame>
      <p:graphicFrame>
        <p:nvGraphicFramePr>
          <p:cNvPr id="10" name="Table 9">
            <a:extLst>
              <a:ext uri="{FF2B5EF4-FFF2-40B4-BE49-F238E27FC236}">
                <a16:creationId xmlns:a16="http://schemas.microsoft.com/office/drawing/2014/main" id="{C7A5577F-5ACF-6510-BD28-97C8B4CEC77B}"/>
              </a:ext>
            </a:extLst>
          </p:cNvPr>
          <p:cNvGraphicFramePr>
            <a:graphicFrameLocks noGrp="1"/>
          </p:cNvGraphicFramePr>
          <p:nvPr>
            <p:extLst>
              <p:ext uri="{D42A27DB-BD31-4B8C-83A1-F6EECF244321}">
                <p14:modId xmlns:p14="http://schemas.microsoft.com/office/powerpoint/2010/main" val="1388740759"/>
              </p:ext>
            </p:extLst>
          </p:nvPr>
        </p:nvGraphicFramePr>
        <p:xfrm>
          <a:off x="10338619" y="5366367"/>
          <a:ext cx="8294059" cy="4751026"/>
        </p:xfrm>
        <a:graphic>
          <a:graphicData uri="http://schemas.openxmlformats.org/drawingml/2006/table">
            <a:tbl>
              <a:tblPr rtl="1" firstRow="1" firstCol="1" bandRow="1">
                <a:tableStyleId>{2D5ABB26-0587-4C30-8999-92F81FD0307C}</a:tableStyleId>
              </a:tblPr>
              <a:tblGrid>
                <a:gridCol w="1809154">
                  <a:extLst>
                    <a:ext uri="{9D8B030D-6E8A-4147-A177-3AD203B41FA5}">
                      <a16:colId xmlns:a16="http://schemas.microsoft.com/office/drawing/2014/main" val="2823195549"/>
                    </a:ext>
                  </a:extLst>
                </a:gridCol>
                <a:gridCol w="336535">
                  <a:extLst>
                    <a:ext uri="{9D8B030D-6E8A-4147-A177-3AD203B41FA5}">
                      <a16:colId xmlns:a16="http://schemas.microsoft.com/office/drawing/2014/main" val="258282218"/>
                    </a:ext>
                  </a:extLst>
                </a:gridCol>
                <a:gridCol w="1770096">
                  <a:extLst>
                    <a:ext uri="{9D8B030D-6E8A-4147-A177-3AD203B41FA5}">
                      <a16:colId xmlns:a16="http://schemas.microsoft.com/office/drawing/2014/main" val="1191533757"/>
                    </a:ext>
                  </a:extLst>
                </a:gridCol>
                <a:gridCol w="2189137">
                  <a:extLst>
                    <a:ext uri="{9D8B030D-6E8A-4147-A177-3AD203B41FA5}">
                      <a16:colId xmlns:a16="http://schemas.microsoft.com/office/drawing/2014/main" val="2709394343"/>
                    </a:ext>
                  </a:extLst>
                </a:gridCol>
                <a:gridCol w="2189137">
                  <a:extLst>
                    <a:ext uri="{9D8B030D-6E8A-4147-A177-3AD203B41FA5}">
                      <a16:colId xmlns:a16="http://schemas.microsoft.com/office/drawing/2014/main" val="2252399713"/>
                    </a:ext>
                  </a:extLst>
                </a:gridCol>
              </a:tblGrid>
              <a:tr h="392809">
                <a:tc gridSpan="5">
                  <a:txBody>
                    <a:bodyPr/>
                    <a:lstStyle/>
                    <a:p>
                      <a:pPr marL="0" marR="0" lvl="0" indent="0" algn="ctr" defTabSz="914400" rtl="1" eaLnBrk="1" fontAlgn="auto" latinLnBrk="0" hangingPunct="1">
                        <a:lnSpc>
                          <a:spcPct val="115000"/>
                        </a:lnSpc>
                        <a:spcBef>
                          <a:spcPts val="0"/>
                        </a:spcBef>
                        <a:spcAft>
                          <a:spcPts val="800"/>
                        </a:spcAft>
                        <a:buClrTx/>
                        <a:buSzTx/>
                        <a:buFontTx/>
                        <a:buNone/>
                        <a:tabLst/>
                        <a:defRPr/>
                      </a:pPr>
                      <a:r>
                        <a:rPr lang="en-US" sz="1800" b="1" kern="100">
                          <a:solidFill>
                            <a:sysClr val="windowText" lastClr="000000"/>
                          </a:solidFill>
                          <a:effectLst/>
                        </a:rPr>
                        <a:t>HIVE</a:t>
                      </a:r>
                      <a:endParaRPr lang="en-US" sz="1800" b="1" kern="100">
                        <a:solidFill>
                          <a:sysClr val="windowText" lastClr="000000"/>
                        </a:solidFill>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FF75"/>
                    </a:solidFill>
                  </a:tcPr>
                </a:tc>
                <a:tc hMerge="1">
                  <a:txBody>
                    <a:bodyPr/>
                    <a:lstStyle/>
                    <a:p>
                      <a:pPr rtl="1"/>
                      <a:endParaRPr lang="he-IL"/>
                    </a:p>
                  </a:txBody>
                  <a:tcPr/>
                </a:tc>
                <a:tc hMerge="1">
                  <a:txBody>
                    <a:bodyPr/>
                    <a:lstStyle/>
                    <a:p>
                      <a:pPr rtl="1"/>
                      <a:endParaRPr lang="he-IL"/>
                    </a:p>
                  </a:txBody>
                  <a:tcPr/>
                </a:tc>
                <a:tc hMerge="1">
                  <a:txBody>
                    <a:bodyPr/>
                    <a:lstStyle/>
                    <a:p>
                      <a:pPr algn="ctr" rtl="1">
                        <a:lnSpc>
                          <a:spcPct val="115000"/>
                        </a:lnSpc>
                        <a:spcAft>
                          <a:spcPts val="800"/>
                        </a:spcAft>
                        <a:buNone/>
                      </a:pPr>
                      <a:endParaRPr lang="en-US" sz="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1">
                        <a:lnSpc>
                          <a:spcPct val="115000"/>
                        </a:lnSpc>
                        <a:spcAft>
                          <a:spcPts val="800"/>
                        </a:spcAft>
                        <a:buNone/>
                      </a:pPr>
                      <a:endParaRPr lang="en-US" sz="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3694847"/>
                  </a:ext>
                </a:extLst>
              </a:tr>
              <a:tr h="508544">
                <a:tc gridSpan="3">
                  <a:txBody>
                    <a:bodyPr/>
                    <a:lstStyle/>
                    <a:p>
                      <a:pPr algn="ctr" rtl="1">
                        <a:lnSpc>
                          <a:spcPct val="115000"/>
                        </a:lnSpc>
                        <a:spcAft>
                          <a:spcPts val="800"/>
                        </a:spcAft>
                        <a:buNone/>
                      </a:pPr>
                      <a:r>
                        <a:rPr lang="en-US" sz="1800" kern="100">
                          <a:effectLst/>
                        </a:rPr>
                        <a:t>Nvidia Jetson Orin NX 8GB</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Inner computer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0">
                  <a:txBody>
                    <a:bodyPr/>
                    <a:lstStyle/>
                    <a:p>
                      <a:pPr algn="ctr" rtl="1">
                        <a:lnSpc>
                          <a:spcPct val="115000"/>
                        </a:lnSpc>
                        <a:spcAft>
                          <a:spcPts val="800"/>
                        </a:spcAft>
                        <a:buNone/>
                      </a:pPr>
                      <a:r>
                        <a:rPr lang="en-US" sz="1800" kern="100">
                          <a:effectLst/>
                        </a:rPr>
                        <a:t>HIVE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862958"/>
                  </a:ext>
                </a:extLst>
              </a:tr>
              <a:tr h="431750">
                <a:tc gridSpan="3">
                  <a:txBody>
                    <a:bodyPr/>
                    <a:lstStyle/>
                    <a:p>
                      <a:pPr algn="ctr" rtl="1">
                        <a:lnSpc>
                          <a:spcPct val="115000"/>
                        </a:lnSpc>
                        <a:spcAft>
                          <a:spcPts val="800"/>
                        </a:spcAft>
                        <a:buNone/>
                      </a:pPr>
                      <a:r>
                        <a:rPr lang="en-US" sz="1800" kern="100">
                          <a:effectLst/>
                        </a:rPr>
                        <a:t>500 GB</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Memory Card</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995020099"/>
                  </a:ext>
                </a:extLst>
              </a:tr>
              <a:tr h="431750">
                <a:tc gridSpan="2">
                  <a:txBody>
                    <a:bodyPr/>
                    <a:lstStyle/>
                    <a:p>
                      <a:pPr algn="ctr" rtl="1">
                        <a:lnSpc>
                          <a:spcPct val="115000"/>
                        </a:lnSpc>
                        <a:spcAft>
                          <a:spcPts val="800"/>
                        </a:spcAft>
                        <a:buNone/>
                      </a:pPr>
                      <a:r>
                        <a:rPr lang="en-US" sz="1800" kern="100">
                          <a:effectLst/>
                        </a:rPr>
                        <a:t>1.1.1.2</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Host Computer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rtl="1">
                        <a:lnSpc>
                          <a:spcPct val="115000"/>
                        </a:lnSpc>
                        <a:spcAft>
                          <a:spcPts val="800"/>
                        </a:spcAft>
                        <a:buNone/>
                      </a:pPr>
                      <a:r>
                        <a:rPr lang="en-US" sz="1800" kern="100">
                          <a:effectLst/>
                        </a:rPr>
                        <a:t>Default IP address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284322450"/>
                  </a:ext>
                </a:extLst>
              </a:tr>
              <a:tr h="392809">
                <a:tc gridSpan="2">
                  <a:txBody>
                    <a:bodyPr/>
                    <a:lstStyle/>
                    <a:p>
                      <a:pPr algn="ctr" rtl="1">
                        <a:lnSpc>
                          <a:spcPct val="115000"/>
                        </a:lnSpc>
                        <a:spcAft>
                          <a:spcPts val="800"/>
                        </a:spcAft>
                        <a:buNone/>
                      </a:pPr>
                      <a:r>
                        <a:rPr lang="he-IL" sz="1800" kern="100">
                          <a:effectLst/>
                        </a:rPr>
                        <a:t>1.1.1.3</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HIVE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4082351798"/>
                  </a:ext>
                </a:extLst>
              </a:tr>
              <a:tr h="392809">
                <a:tc gridSpan="2">
                  <a:txBody>
                    <a:bodyPr/>
                    <a:lstStyle/>
                    <a:p>
                      <a:pPr algn="ctr" rtl="1">
                        <a:lnSpc>
                          <a:spcPct val="115000"/>
                        </a:lnSpc>
                        <a:spcAft>
                          <a:spcPts val="800"/>
                        </a:spcAft>
                        <a:buNone/>
                      </a:pPr>
                      <a:r>
                        <a:rPr lang="he-IL" sz="1800" kern="100">
                          <a:effectLst/>
                        </a:rPr>
                        <a:t>1.1.1.4</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Video</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2058723945"/>
                  </a:ext>
                </a:extLst>
              </a:tr>
              <a:tr h="392809">
                <a:tc gridSpan="3">
                  <a:txBody>
                    <a:bodyPr/>
                    <a:lstStyle/>
                    <a:p>
                      <a:pPr algn="ctr" rtl="1">
                        <a:lnSpc>
                          <a:spcPct val="115000"/>
                        </a:lnSpc>
                        <a:spcAft>
                          <a:spcPts val="800"/>
                        </a:spcAft>
                        <a:buNone/>
                      </a:pPr>
                      <a:r>
                        <a:rPr lang="en-US" sz="1800" kern="100">
                          <a:effectLst/>
                        </a:rPr>
                        <a:t>255.0.0.0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Subnet mask</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149425424"/>
                  </a:ext>
                </a:extLst>
              </a:tr>
              <a:tr h="431750">
                <a:tc gridSpan="3">
                  <a:txBody>
                    <a:bodyPr/>
                    <a:lstStyle/>
                    <a:p>
                      <a:pPr algn="ctr" rtl="1">
                        <a:lnSpc>
                          <a:spcPct val="115000"/>
                        </a:lnSpc>
                        <a:spcAft>
                          <a:spcPts val="800"/>
                        </a:spcAft>
                        <a:buNone/>
                      </a:pPr>
                      <a:r>
                        <a:rPr lang="en-US" sz="1800" kern="100">
                          <a:effectLst/>
                        </a:rPr>
                        <a:t>1.1.1.3:8080</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Web access URL</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592461966"/>
                  </a:ext>
                </a:extLst>
              </a:tr>
              <a:tr h="508544">
                <a:tc>
                  <a:txBody>
                    <a:bodyPr/>
                    <a:lstStyle/>
                    <a:p>
                      <a:pPr algn="ctr" rtl="1">
                        <a:lnSpc>
                          <a:spcPct val="115000"/>
                        </a:lnSpc>
                        <a:spcAft>
                          <a:spcPts val="800"/>
                        </a:spcAft>
                        <a:buNone/>
                      </a:pPr>
                      <a:r>
                        <a:rPr lang="he-IL" sz="1800" kern="100">
                          <a:effectLst/>
                        </a:rPr>
                        <a:t>1024</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rtl="1">
                        <a:lnSpc>
                          <a:spcPct val="115000"/>
                        </a:lnSpc>
                        <a:spcAft>
                          <a:spcPts val="800"/>
                        </a:spcAft>
                        <a:buNone/>
                      </a:pPr>
                      <a:r>
                        <a:rPr lang="en-US" sz="1800" kern="100">
                          <a:effectLst/>
                        </a:rPr>
                        <a:t>Host Computer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rowSpan="2">
                  <a:txBody>
                    <a:bodyPr/>
                    <a:lstStyle/>
                    <a:p>
                      <a:pPr algn="ctr" rtl="1">
                        <a:lnSpc>
                          <a:spcPct val="115000"/>
                        </a:lnSpc>
                        <a:spcAft>
                          <a:spcPts val="800"/>
                        </a:spcAft>
                        <a:buNone/>
                      </a:pPr>
                      <a:r>
                        <a:rPr lang="en-US" sz="1800" kern="100">
                          <a:effectLst/>
                        </a:rPr>
                        <a:t>Default port</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791645895"/>
                  </a:ext>
                </a:extLst>
              </a:tr>
              <a:tr h="392809">
                <a:tc>
                  <a:txBody>
                    <a:bodyPr/>
                    <a:lstStyle/>
                    <a:p>
                      <a:pPr algn="ctr" rtl="1">
                        <a:lnSpc>
                          <a:spcPct val="115000"/>
                        </a:lnSpc>
                        <a:spcAft>
                          <a:spcPts val="800"/>
                        </a:spcAft>
                        <a:buNone/>
                      </a:pPr>
                      <a:r>
                        <a:rPr lang="en-US" sz="1800" kern="100">
                          <a:effectLst/>
                        </a:rPr>
                        <a:t>1025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rtl="1">
                        <a:lnSpc>
                          <a:spcPct val="115000"/>
                        </a:lnSpc>
                        <a:spcAft>
                          <a:spcPts val="800"/>
                        </a:spcAft>
                        <a:buNone/>
                      </a:pPr>
                      <a:r>
                        <a:rPr lang="en-US" sz="1800" kern="100">
                          <a:effectLst/>
                        </a:rPr>
                        <a:t>HIVE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vMerge="1">
                  <a:txBody>
                    <a:bodyPr/>
                    <a:lstStyle/>
                    <a:p>
                      <a:pPr rtl="1"/>
                      <a:endParaRPr lang="he-IL"/>
                    </a:p>
                  </a:txBody>
                  <a:tcPr/>
                </a:tc>
                <a:tc vMerge="1">
                  <a:txBody>
                    <a:bodyPr/>
                    <a:lstStyle/>
                    <a:p>
                      <a:pPr rtl="1"/>
                      <a:endParaRPr lang="he-IL"/>
                    </a:p>
                  </a:txBody>
                  <a:tcPr/>
                </a:tc>
                <a:extLst>
                  <a:ext uri="{0D108BD9-81ED-4DB2-BD59-A6C34878D82A}">
                    <a16:rowId xmlns:a16="http://schemas.microsoft.com/office/drawing/2014/main" val="3747467637"/>
                  </a:ext>
                </a:extLst>
              </a:tr>
              <a:tr h="392809">
                <a:tc gridSpan="3">
                  <a:txBody>
                    <a:bodyPr/>
                    <a:lstStyle/>
                    <a:p>
                      <a:pPr algn="ctr" rtl="1">
                        <a:lnSpc>
                          <a:spcPct val="115000"/>
                        </a:lnSpc>
                        <a:spcAft>
                          <a:spcPts val="800"/>
                        </a:spcAft>
                        <a:buNone/>
                      </a:pPr>
                      <a:r>
                        <a:rPr lang="en-US" sz="1800" kern="100">
                          <a:effectLst/>
                        </a:rPr>
                        <a:t>Nominal – 2 Mbps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15000"/>
                        </a:lnSpc>
                        <a:spcAft>
                          <a:spcPts val="800"/>
                        </a:spcAft>
                        <a:buNone/>
                      </a:pPr>
                      <a:r>
                        <a:rPr lang="en-US" sz="1800" kern="100">
                          <a:effectLst/>
                        </a:rPr>
                        <a:t>Bandwidth</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828925790"/>
                  </a:ext>
                </a:extLst>
              </a:tr>
            </a:tbl>
          </a:graphicData>
        </a:graphic>
      </p:graphicFrame>
      <p:graphicFrame>
        <p:nvGraphicFramePr>
          <p:cNvPr id="11" name="Table 10">
            <a:extLst>
              <a:ext uri="{FF2B5EF4-FFF2-40B4-BE49-F238E27FC236}">
                <a16:creationId xmlns:a16="http://schemas.microsoft.com/office/drawing/2014/main" id="{1E422243-B061-BDF2-9F50-E49875BBF8D7}"/>
              </a:ext>
            </a:extLst>
          </p:cNvPr>
          <p:cNvGraphicFramePr>
            <a:graphicFrameLocks noGrp="1"/>
          </p:cNvGraphicFramePr>
          <p:nvPr>
            <p:extLst>
              <p:ext uri="{D42A27DB-BD31-4B8C-83A1-F6EECF244321}">
                <p14:modId xmlns:p14="http://schemas.microsoft.com/office/powerpoint/2010/main" val="1807534276"/>
              </p:ext>
            </p:extLst>
          </p:nvPr>
        </p:nvGraphicFramePr>
        <p:xfrm>
          <a:off x="10338619" y="2182761"/>
          <a:ext cx="8294059" cy="1923734"/>
        </p:xfrm>
        <a:graphic>
          <a:graphicData uri="http://schemas.openxmlformats.org/drawingml/2006/table">
            <a:tbl>
              <a:tblPr rtl="1" firstRow="1" firstCol="1" bandRow="1">
                <a:tableStyleId>{2D5ABB26-0587-4C30-8999-92F81FD0307C}</a:tableStyleId>
              </a:tblPr>
              <a:tblGrid>
                <a:gridCol w="3915785">
                  <a:extLst>
                    <a:ext uri="{9D8B030D-6E8A-4147-A177-3AD203B41FA5}">
                      <a16:colId xmlns:a16="http://schemas.microsoft.com/office/drawing/2014/main" val="3775738147"/>
                    </a:ext>
                  </a:extLst>
                </a:gridCol>
                <a:gridCol w="2189137">
                  <a:extLst>
                    <a:ext uri="{9D8B030D-6E8A-4147-A177-3AD203B41FA5}">
                      <a16:colId xmlns:a16="http://schemas.microsoft.com/office/drawing/2014/main" val="3696925582"/>
                    </a:ext>
                  </a:extLst>
                </a:gridCol>
                <a:gridCol w="2189137">
                  <a:extLst>
                    <a:ext uri="{9D8B030D-6E8A-4147-A177-3AD203B41FA5}">
                      <a16:colId xmlns:a16="http://schemas.microsoft.com/office/drawing/2014/main" val="127078855"/>
                    </a:ext>
                  </a:extLst>
                </a:gridCol>
              </a:tblGrid>
              <a:tr h="0">
                <a:tc>
                  <a:txBody>
                    <a:bodyPr/>
                    <a:lstStyle/>
                    <a:p>
                      <a:pPr algn="ctr" rtl="1">
                        <a:lnSpc>
                          <a:spcPct val="115000"/>
                        </a:lnSpc>
                        <a:spcAft>
                          <a:spcPts val="800"/>
                        </a:spcAft>
                        <a:buNone/>
                      </a:pPr>
                      <a:r>
                        <a:rPr lang="da-DK" sz="1800" b="0" i="0" u="none" strike="noStrike" kern="100" cap="none">
                          <a:solidFill>
                            <a:schemeClr val="tx1"/>
                          </a:solidFill>
                          <a:effectLst/>
                          <a:latin typeface="+mn-lt"/>
                          <a:ea typeface="+mn-ea"/>
                          <a:cs typeface="+mn-cs"/>
                          <a:sym typeface="Arial"/>
                        </a:rPr>
                        <a:t>High Resolution</a:t>
                      </a:r>
                      <a:r>
                        <a:rPr lang="en-US" sz="1800" b="0" i="0" u="none" strike="noStrike" kern="100" cap="none">
                          <a:solidFill>
                            <a:schemeClr val="tx1"/>
                          </a:solidFill>
                          <a:effectLst/>
                          <a:latin typeface="+mn-lt"/>
                          <a:ea typeface="+mn-ea"/>
                          <a:cs typeface="+mn-cs"/>
                          <a:sym typeface="Arial"/>
                        </a:rPr>
                        <a:t> </a:t>
                      </a:r>
                      <a:r>
                        <a:rPr lang="en-US" sz="1800" kern="100">
                          <a:effectLst/>
                        </a:rPr>
                        <a:t>CMOS global shutter</a:t>
                      </a:r>
                      <a:endParaRPr lang="en-US" sz="1800" b="0" i="0" u="none" strike="noStrike" kern="100" cap="none">
                        <a:solidFill>
                          <a:schemeClr val="tx1"/>
                        </a:solidFill>
                        <a:effectLst/>
                        <a:latin typeface="+mn-lt"/>
                        <a:ea typeface="+mn-ea"/>
                        <a:cs typeface="+mn-cs"/>
                        <a:sym typeface="Arial"/>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Type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rtl="1">
                        <a:lnSpc>
                          <a:spcPct val="115000"/>
                        </a:lnSpc>
                        <a:spcAft>
                          <a:spcPts val="800"/>
                        </a:spcAft>
                        <a:buNone/>
                      </a:pPr>
                      <a:r>
                        <a:rPr lang="en-US" sz="1800" kern="100">
                          <a:effectLst/>
                        </a:rPr>
                        <a:t>Optic Sensors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8284042"/>
                  </a:ext>
                </a:extLst>
              </a:tr>
              <a:tr h="0">
                <a:tc>
                  <a:txBody>
                    <a:bodyPr/>
                    <a:lstStyle/>
                    <a:p>
                      <a:pPr algn="ctr" rtl="1">
                        <a:lnSpc>
                          <a:spcPct val="115000"/>
                        </a:lnSpc>
                        <a:spcAft>
                          <a:spcPts val="800"/>
                        </a:spcAft>
                        <a:buNone/>
                      </a:pPr>
                      <a:r>
                        <a:rPr lang="da-DK" sz="1800" b="0" i="0" u="none" strike="noStrike" kern="100" cap="none">
                          <a:solidFill>
                            <a:schemeClr val="tx1"/>
                          </a:solidFill>
                          <a:effectLst/>
                          <a:latin typeface="+mn-lt"/>
                          <a:ea typeface="+mn-ea"/>
                          <a:cs typeface="+mn-cs"/>
                          <a:sym typeface="Arial"/>
                        </a:rPr>
                        <a:t>5MP 2448x2048</a:t>
                      </a:r>
                      <a:endParaRPr lang="en-US" sz="1800" b="0" i="0" u="none" strike="noStrike" kern="100" cap="none">
                        <a:solidFill>
                          <a:schemeClr val="tx1"/>
                        </a:solidFill>
                        <a:effectLst/>
                        <a:latin typeface="+mn-lt"/>
                        <a:ea typeface="+mn-ea"/>
                        <a:cs typeface="+mn-cs"/>
                        <a:sym typeface="Arial"/>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Resolution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573746331"/>
                  </a:ext>
                </a:extLst>
              </a:tr>
              <a:tr h="0">
                <a:tc>
                  <a:txBody>
                    <a:bodyPr/>
                    <a:lstStyle/>
                    <a:p>
                      <a:pPr algn="ctr" rtl="1">
                        <a:lnSpc>
                          <a:spcPct val="115000"/>
                        </a:lnSpc>
                        <a:spcAft>
                          <a:spcPts val="800"/>
                        </a:spcAft>
                        <a:buNone/>
                      </a:pPr>
                      <a:r>
                        <a:rPr lang="en-US" sz="1800" kern="100">
                          <a:effectLst/>
                        </a:rPr>
                        <a:t>0.4-0.7µm</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Spectral Range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201011009"/>
                  </a:ext>
                </a:extLst>
              </a:tr>
              <a:tr h="0">
                <a:tc>
                  <a:txBody>
                    <a:bodyPr/>
                    <a:lstStyle/>
                    <a:p>
                      <a:pPr algn="ctr" rtl="1">
                        <a:lnSpc>
                          <a:spcPct val="115000"/>
                        </a:lnSpc>
                        <a:spcAft>
                          <a:spcPts val="800"/>
                        </a:spcAft>
                        <a:buNone/>
                      </a:pPr>
                      <a:r>
                        <a:rPr lang="he-IL" sz="1800" b="0" i="0" u="none" strike="noStrike" kern="100" cap="none">
                          <a:solidFill>
                            <a:schemeClr val="tx1"/>
                          </a:solidFill>
                          <a:effectLst/>
                          <a:latin typeface="+mn-lt"/>
                          <a:ea typeface="+mn-ea"/>
                          <a:cs typeface="+mn-cs"/>
                          <a:sym typeface="Arial"/>
                        </a:rPr>
                        <a:t> </a:t>
                      </a:r>
                      <a:r>
                        <a:rPr lang="en-US" sz="1800" b="0" i="0" u="none" strike="noStrike" kern="100" cap="none">
                          <a:solidFill>
                            <a:schemeClr val="tx1"/>
                          </a:solidFill>
                          <a:effectLst/>
                          <a:latin typeface="+mn-lt"/>
                          <a:ea typeface="+mn-ea"/>
                          <a:cs typeface="+mn-cs"/>
                          <a:sym typeface="Arial"/>
                        </a:rPr>
                        <a:t>Continues Zoom</a:t>
                      </a:r>
                      <a:r>
                        <a:rPr lang="he-IL" sz="1800" b="0" i="0" u="none" strike="noStrike" kern="100" cap="none">
                          <a:solidFill>
                            <a:schemeClr val="tx1"/>
                          </a:solidFill>
                          <a:effectLst/>
                          <a:latin typeface="+mn-lt"/>
                          <a:ea typeface="+mn-ea"/>
                          <a:cs typeface="+mn-cs"/>
                          <a:sym typeface="Arial"/>
                        </a:rPr>
                        <a:t> 53° - 2°</a:t>
                      </a:r>
                      <a:endParaRPr lang="en-US" sz="1800" b="0" i="0" u="none" strike="noStrike" kern="100" cap="none">
                        <a:solidFill>
                          <a:schemeClr val="tx1"/>
                        </a:solidFill>
                        <a:effectLst/>
                        <a:latin typeface="+mn-lt"/>
                        <a:ea typeface="+mn-ea"/>
                        <a:cs typeface="+mn-cs"/>
                        <a:sym typeface="Arial"/>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Zoom (FOV)</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908844489"/>
                  </a:ext>
                </a:extLst>
              </a:tr>
            </a:tbl>
          </a:graphicData>
        </a:graphic>
      </p:graphicFrame>
      <p:graphicFrame>
        <p:nvGraphicFramePr>
          <p:cNvPr id="12" name="Table 11">
            <a:extLst>
              <a:ext uri="{FF2B5EF4-FFF2-40B4-BE49-F238E27FC236}">
                <a16:creationId xmlns:a16="http://schemas.microsoft.com/office/drawing/2014/main" id="{7FA4AC23-433A-B8F9-017C-C93BA1220223}"/>
              </a:ext>
            </a:extLst>
          </p:cNvPr>
          <p:cNvGraphicFramePr>
            <a:graphicFrameLocks noGrp="1"/>
          </p:cNvGraphicFramePr>
          <p:nvPr>
            <p:extLst>
              <p:ext uri="{D42A27DB-BD31-4B8C-83A1-F6EECF244321}">
                <p14:modId xmlns:p14="http://schemas.microsoft.com/office/powerpoint/2010/main" val="271216899"/>
              </p:ext>
            </p:extLst>
          </p:nvPr>
        </p:nvGraphicFramePr>
        <p:xfrm>
          <a:off x="1611670" y="6445045"/>
          <a:ext cx="7254438" cy="3672348"/>
        </p:xfrm>
        <a:graphic>
          <a:graphicData uri="http://schemas.openxmlformats.org/drawingml/2006/table">
            <a:tbl>
              <a:tblPr rtl="1" firstRow="1" firstCol="1" bandRow="1">
                <a:tableStyleId>{2D5ABB26-0587-4C30-8999-92F81FD0307C}</a:tableStyleId>
              </a:tblPr>
              <a:tblGrid>
                <a:gridCol w="3424960">
                  <a:extLst>
                    <a:ext uri="{9D8B030D-6E8A-4147-A177-3AD203B41FA5}">
                      <a16:colId xmlns:a16="http://schemas.microsoft.com/office/drawing/2014/main" val="1320921449"/>
                    </a:ext>
                  </a:extLst>
                </a:gridCol>
                <a:gridCol w="1914739">
                  <a:extLst>
                    <a:ext uri="{9D8B030D-6E8A-4147-A177-3AD203B41FA5}">
                      <a16:colId xmlns:a16="http://schemas.microsoft.com/office/drawing/2014/main" val="2415385338"/>
                    </a:ext>
                  </a:extLst>
                </a:gridCol>
                <a:gridCol w="1914739">
                  <a:extLst>
                    <a:ext uri="{9D8B030D-6E8A-4147-A177-3AD203B41FA5}">
                      <a16:colId xmlns:a16="http://schemas.microsoft.com/office/drawing/2014/main" val="4108478740"/>
                    </a:ext>
                  </a:extLst>
                </a:gridCol>
              </a:tblGrid>
              <a:tr h="1052327">
                <a:tc>
                  <a:txBody>
                    <a:bodyPr/>
                    <a:lstStyle/>
                    <a:p>
                      <a:pPr algn="ctr" rtl="1">
                        <a:lnSpc>
                          <a:spcPct val="115000"/>
                        </a:lnSpc>
                        <a:spcAft>
                          <a:spcPts val="800"/>
                        </a:spcAft>
                        <a:buNone/>
                      </a:pPr>
                      <a:r>
                        <a:rPr lang="da-DK" sz="1800" b="0" i="0" u="none" strike="noStrike" kern="100" cap="none">
                          <a:solidFill>
                            <a:schemeClr val="tx1"/>
                          </a:solidFill>
                          <a:effectLst/>
                          <a:latin typeface="+mn-lt"/>
                          <a:ea typeface="+mn-ea"/>
                          <a:cs typeface="+mn-cs"/>
                          <a:sym typeface="Arial"/>
                        </a:rPr>
                        <a:t>uncooled microbolometer</a:t>
                      </a:r>
                      <a:endParaRPr lang="en-US" sz="1800" b="0" i="0" u="none" strike="noStrike" kern="100" cap="none">
                        <a:solidFill>
                          <a:schemeClr val="tx1"/>
                        </a:solidFill>
                        <a:effectLst/>
                        <a:latin typeface="+mn-lt"/>
                        <a:ea typeface="+mn-ea"/>
                        <a:cs typeface="+mn-cs"/>
                        <a:sym typeface="Arial"/>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Type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rtl="1">
                        <a:lnSpc>
                          <a:spcPct val="115000"/>
                        </a:lnSpc>
                        <a:spcAft>
                          <a:spcPts val="800"/>
                        </a:spcAft>
                        <a:buNone/>
                      </a:pPr>
                      <a:r>
                        <a:rPr lang="en-US" sz="1800" kern="100">
                          <a:effectLst/>
                        </a:rPr>
                        <a:t>Thermal Sensor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418087"/>
                  </a:ext>
                </a:extLst>
              </a:tr>
              <a:tr h="412303">
                <a:tc>
                  <a:txBody>
                    <a:bodyPr/>
                    <a:lstStyle/>
                    <a:p>
                      <a:pPr algn="ctr" rtl="1">
                        <a:lnSpc>
                          <a:spcPct val="115000"/>
                        </a:lnSpc>
                        <a:spcAft>
                          <a:spcPts val="800"/>
                        </a:spcAft>
                        <a:buNone/>
                      </a:pPr>
                      <a:r>
                        <a:rPr lang="en-US" sz="1800" kern="100">
                          <a:effectLst/>
                        </a:rPr>
                        <a:t>640 × 480 pixels</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Resolution</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505821898"/>
                  </a:ext>
                </a:extLst>
              </a:tr>
              <a:tr h="1052327">
                <a:tc>
                  <a:txBody>
                    <a:bodyPr/>
                    <a:lstStyle/>
                    <a:p>
                      <a:pPr algn="ctr" rtl="1">
                        <a:lnSpc>
                          <a:spcPct val="115000"/>
                        </a:lnSpc>
                        <a:spcAft>
                          <a:spcPts val="800"/>
                        </a:spcAft>
                        <a:buNone/>
                      </a:pPr>
                      <a:r>
                        <a:rPr lang="en-US" sz="1800" kern="100">
                          <a:effectLst/>
                        </a:rPr>
                        <a:t>8–14 µm</a:t>
                      </a:r>
                      <a:br>
                        <a:rPr lang="en-US" sz="1800" kern="100">
                          <a:effectLst/>
                        </a:rPr>
                      </a:br>
                      <a:r>
                        <a:rPr lang="en-US" sz="1800" kern="100">
                          <a:effectLst/>
                        </a:rPr>
                        <a:t>Long-Wave Infrared, LWIR</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Spectral Range</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2562653171"/>
                  </a:ext>
                </a:extLst>
              </a:tr>
              <a:tr h="1155391">
                <a:tc>
                  <a:txBody>
                    <a:bodyPr/>
                    <a:lstStyle/>
                    <a:p>
                      <a:pPr algn="ctr" rtl="1">
                        <a:lnSpc>
                          <a:spcPct val="115000"/>
                        </a:lnSpc>
                        <a:spcAft>
                          <a:spcPts val="800"/>
                        </a:spcAft>
                        <a:buNone/>
                      </a:pPr>
                      <a:r>
                        <a:rPr lang="en-US" sz="1800" kern="100">
                          <a:effectLst/>
                        </a:rPr>
                        <a:t>2°-32°</a:t>
                      </a:r>
                    </a:p>
                    <a:p>
                      <a:pPr algn="ctr" rtl="1">
                        <a:lnSpc>
                          <a:spcPct val="115000"/>
                        </a:lnSpc>
                        <a:spcAft>
                          <a:spcPts val="800"/>
                        </a:spcAft>
                        <a:buNone/>
                      </a:pPr>
                      <a:r>
                        <a:rPr lang="en-US" sz="1800" kern="100">
                          <a:effectLst/>
                        </a:rPr>
                        <a:t>Continuous zoom</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109014" marR="109014" marT="54507" marB="545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15000"/>
                        </a:lnSpc>
                        <a:spcAft>
                          <a:spcPts val="800"/>
                        </a:spcAft>
                        <a:buNone/>
                      </a:pPr>
                      <a:r>
                        <a:rPr lang="en-US" sz="1800" kern="100">
                          <a:effectLst/>
                        </a:rPr>
                        <a:t>Zoom (FOV)</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47922" marR="479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3112452849"/>
                  </a:ext>
                </a:extLst>
              </a:tr>
            </a:tbl>
          </a:graphicData>
        </a:graphic>
      </p:graphicFrame>
    </p:spTree>
    <p:extLst>
      <p:ext uri="{BB962C8B-B14F-4D97-AF65-F5344CB8AC3E}">
        <p14:creationId xmlns:p14="http://schemas.microsoft.com/office/powerpoint/2010/main" val="420388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8"/>
          <p:cNvSpPr txBox="1">
            <a:spLocks noGrp="1"/>
          </p:cNvSpPr>
          <p:nvPr>
            <p:ph type="title"/>
          </p:nvPr>
        </p:nvSpPr>
        <p:spPr>
          <a:xfrm>
            <a:off x="1371600" y="6986587"/>
            <a:ext cx="17340263" cy="1563688"/>
          </a:xfrm>
          <a:prstGeom prst="rect">
            <a:avLst/>
          </a:prstGeom>
          <a:noFill/>
          <a:ln>
            <a:noFill/>
          </a:ln>
        </p:spPr>
        <p:txBody>
          <a:bodyPr spcFirstLastPara="1" wrap="square" lIns="91425" tIns="45700" rIns="91425" bIns="45700" anchor="b" anchorCtr="0">
            <a:noAutofit/>
          </a:bodyPr>
          <a:lstStyle/>
          <a:p>
            <a:pPr marL="0" lvl="0" indent="0" algn="ctr" rtl="0">
              <a:lnSpc>
                <a:spcPct val="110000"/>
              </a:lnSpc>
              <a:spcBef>
                <a:spcPts val="0"/>
              </a:spcBef>
              <a:spcAft>
                <a:spcPts val="0"/>
              </a:spcAft>
              <a:buClr>
                <a:schemeClr val="lt1"/>
              </a:buClr>
              <a:buSzPts val="6400"/>
              <a:buFont typeface="Arial"/>
              <a:buNone/>
            </a:pPr>
            <a:r>
              <a:rPr lang="en-US"/>
              <a:t>THANK YOU</a:t>
            </a:r>
            <a:endParaRPr/>
          </a:p>
        </p:txBody>
      </p:sp>
      <p:grpSp>
        <p:nvGrpSpPr>
          <p:cNvPr id="193" name="Google Shape;193;p28"/>
          <p:cNvGrpSpPr/>
          <p:nvPr/>
        </p:nvGrpSpPr>
        <p:grpSpPr>
          <a:xfrm>
            <a:off x="3023666" y="4483563"/>
            <a:ext cx="14057301" cy="2341880"/>
            <a:chOff x="3023666" y="4483563"/>
            <a:chExt cx="14057301" cy="2341880"/>
          </a:xfrm>
        </p:grpSpPr>
        <p:sp>
          <p:nvSpPr>
            <p:cNvPr id="194" name="Google Shape;194;p28"/>
            <p:cNvSpPr/>
            <p:nvPr/>
          </p:nvSpPr>
          <p:spPr>
            <a:xfrm>
              <a:off x="5037521" y="5030255"/>
              <a:ext cx="291465" cy="1224915"/>
            </a:xfrm>
            <a:custGeom>
              <a:avLst/>
              <a:gdLst/>
              <a:ahLst/>
              <a:cxnLst/>
              <a:rect l="l" t="t" r="r" b="b"/>
              <a:pathLst>
                <a:path w="291464" h="1224914" extrusionOk="0">
                  <a:moveTo>
                    <a:pt x="291237" y="0"/>
                  </a:moveTo>
                  <a:lnTo>
                    <a:pt x="0" y="0"/>
                  </a:lnTo>
                  <a:lnTo>
                    <a:pt x="0" y="1224371"/>
                  </a:lnTo>
                  <a:lnTo>
                    <a:pt x="291237" y="1224371"/>
                  </a:lnTo>
                  <a:lnTo>
                    <a:pt x="29123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5" name="Google Shape;195;p28"/>
            <p:cNvSpPr/>
            <p:nvPr/>
          </p:nvSpPr>
          <p:spPr>
            <a:xfrm>
              <a:off x="3023666" y="5030260"/>
              <a:ext cx="1765300" cy="1224915"/>
            </a:xfrm>
            <a:custGeom>
              <a:avLst/>
              <a:gdLst/>
              <a:ahLst/>
              <a:cxnLst/>
              <a:rect l="l" t="t" r="r" b="b"/>
              <a:pathLst>
                <a:path w="1765300" h="1224914" extrusionOk="0">
                  <a:moveTo>
                    <a:pt x="1764703" y="0"/>
                  </a:moveTo>
                  <a:lnTo>
                    <a:pt x="1249273" y="0"/>
                  </a:lnTo>
                  <a:lnTo>
                    <a:pt x="883297" y="935050"/>
                  </a:lnTo>
                  <a:lnTo>
                    <a:pt x="881380" y="935050"/>
                  </a:lnTo>
                  <a:lnTo>
                    <a:pt x="515416" y="0"/>
                  </a:lnTo>
                  <a:lnTo>
                    <a:pt x="0" y="0"/>
                  </a:lnTo>
                  <a:lnTo>
                    <a:pt x="0" y="1224381"/>
                  </a:lnTo>
                  <a:lnTo>
                    <a:pt x="291236" y="1224381"/>
                  </a:lnTo>
                  <a:lnTo>
                    <a:pt x="291236" y="289331"/>
                  </a:lnTo>
                  <a:lnTo>
                    <a:pt x="318058" y="289331"/>
                  </a:lnTo>
                  <a:lnTo>
                    <a:pt x="684034" y="1224381"/>
                  </a:lnTo>
                  <a:lnTo>
                    <a:pt x="1080655" y="1224381"/>
                  </a:lnTo>
                  <a:lnTo>
                    <a:pt x="1446618" y="289331"/>
                  </a:lnTo>
                  <a:lnTo>
                    <a:pt x="1473466" y="289331"/>
                  </a:lnTo>
                  <a:lnTo>
                    <a:pt x="1473466" y="1224381"/>
                  </a:lnTo>
                  <a:lnTo>
                    <a:pt x="1764703" y="1224381"/>
                  </a:lnTo>
                  <a:lnTo>
                    <a:pt x="1764703"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 name="Google Shape;196;p28"/>
            <p:cNvSpPr/>
            <p:nvPr/>
          </p:nvSpPr>
          <p:spPr>
            <a:xfrm>
              <a:off x="5523268" y="5030272"/>
              <a:ext cx="1699895" cy="1224915"/>
            </a:xfrm>
            <a:custGeom>
              <a:avLst/>
              <a:gdLst/>
              <a:ahLst/>
              <a:cxnLst/>
              <a:rect l="l" t="t" r="r" b="b"/>
              <a:pathLst>
                <a:path w="1699895" h="1224914" extrusionOk="0">
                  <a:moveTo>
                    <a:pt x="1699615" y="472859"/>
                  </a:moveTo>
                  <a:lnTo>
                    <a:pt x="1699552" y="82384"/>
                  </a:lnTo>
                  <a:lnTo>
                    <a:pt x="1675599" y="23952"/>
                  </a:lnTo>
                  <a:lnTo>
                    <a:pt x="1617167" y="0"/>
                  </a:lnTo>
                  <a:lnTo>
                    <a:pt x="611225" y="0"/>
                  </a:lnTo>
                  <a:lnTo>
                    <a:pt x="563753" y="1854"/>
                  </a:lnTo>
                  <a:lnTo>
                    <a:pt x="517220" y="7315"/>
                  </a:lnTo>
                  <a:lnTo>
                    <a:pt x="471792" y="16256"/>
                  </a:lnTo>
                  <a:lnTo>
                    <a:pt x="427583" y="28536"/>
                  </a:lnTo>
                  <a:lnTo>
                    <a:pt x="384733" y="44005"/>
                  </a:lnTo>
                  <a:lnTo>
                    <a:pt x="343408" y="62522"/>
                  </a:lnTo>
                  <a:lnTo>
                    <a:pt x="303733" y="83947"/>
                  </a:lnTo>
                  <a:lnTo>
                    <a:pt x="265836" y="108153"/>
                  </a:lnTo>
                  <a:lnTo>
                    <a:pt x="229882" y="134988"/>
                  </a:lnTo>
                  <a:lnTo>
                    <a:pt x="195999" y="164312"/>
                  </a:lnTo>
                  <a:lnTo>
                    <a:pt x="164312" y="195999"/>
                  </a:lnTo>
                  <a:lnTo>
                    <a:pt x="134988" y="229882"/>
                  </a:lnTo>
                  <a:lnTo>
                    <a:pt x="108153" y="265836"/>
                  </a:lnTo>
                  <a:lnTo>
                    <a:pt x="83947" y="303733"/>
                  </a:lnTo>
                  <a:lnTo>
                    <a:pt x="62522" y="343408"/>
                  </a:lnTo>
                  <a:lnTo>
                    <a:pt x="43992" y="384733"/>
                  </a:lnTo>
                  <a:lnTo>
                    <a:pt x="28536" y="427583"/>
                  </a:lnTo>
                  <a:lnTo>
                    <a:pt x="16256" y="471779"/>
                  </a:lnTo>
                  <a:lnTo>
                    <a:pt x="7315" y="517220"/>
                  </a:lnTo>
                  <a:lnTo>
                    <a:pt x="1854" y="563740"/>
                  </a:lnTo>
                  <a:lnTo>
                    <a:pt x="0" y="611212"/>
                  </a:lnTo>
                  <a:lnTo>
                    <a:pt x="1854" y="658698"/>
                  </a:lnTo>
                  <a:lnTo>
                    <a:pt x="7315" y="705269"/>
                  </a:lnTo>
                  <a:lnTo>
                    <a:pt x="16256" y="750760"/>
                  </a:lnTo>
                  <a:lnTo>
                    <a:pt x="28536" y="795045"/>
                  </a:lnTo>
                  <a:lnTo>
                    <a:pt x="43992" y="837971"/>
                  </a:lnTo>
                  <a:lnTo>
                    <a:pt x="62522" y="879411"/>
                  </a:lnTo>
                  <a:lnTo>
                    <a:pt x="83947" y="919200"/>
                  </a:lnTo>
                  <a:lnTo>
                    <a:pt x="108153" y="957224"/>
                  </a:lnTo>
                  <a:lnTo>
                    <a:pt x="134988" y="993317"/>
                  </a:lnTo>
                  <a:lnTo>
                    <a:pt x="164312" y="1027341"/>
                  </a:lnTo>
                  <a:lnTo>
                    <a:pt x="195999" y="1059154"/>
                  </a:lnTo>
                  <a:lnTo>
                    <a:pt x="229882" y="1088618"/>
                  </a:lnTo>
                  <a:lnTo>
                    <a:pt x="265836" y="1115580"/>
                  </a:lnTo>
                  <a:lnTo>
                    <a:pt x="303733" y="1139913"/>
                  </a:lnTo>
                  <a:lnTo>
                    <a:pt x="343408" y="1161453"/>
                  </a:lnTo>
                  <a:lnTo>
                    <a:pt x="384733" y="1180084"/>
                  </a:lnTo>
                  <a:lnTo>
                    <a:pt x="427583" y="1195641"/>
                  </a:lnTo>
                  <a:lnTo>
                    <a:pt x="471792" y="1207998"/>
                  </a:lnTo>
                  <a:lnTo>
                    <a:pt x="517220" y="1216990"/>
                  </a:lnTo>
                  <a:lnTo>
                    <a:pt x="563753" y="1222489"/>
                  </a:lnTo>
                  <a:lnTo>
                    <a:pt x="611225" y="1224356"/>
                  </a:lnTo>
                  <a:lnTo>
                    <a:pt x="1617167" y="1224356"/>
                  </a:lnTo>
                  <a:lnTo>
                    <a:pt x="1675599" y="1199692"/>
                  </a:lnTo>
                  <a:lnTo>
                    <a:pt x="1699552" y="1141971"/>
                  </a:lnTo>
                  <a:lnTo>
                    <a:pt x="1699615" y="759040"/>
                  </a:lnTo>
                  <a:lnTo>
                    <a:pt x="1419745" y="759040"/>
                  </a:lnTo>
                  <a:lnTo>
                    <a:pt x="1419745" y="938631"/>
                  </a:lnTo>
                  <a:lnTo>
                    <a:pt x="1287741" y="938631"/>
                  </a:lnTo>
                  <a:lnTo>
                    <a:pt x="1287741" y="934300"/>
                  </a:lnTo>
                  <a:lnTo>
                    <a:pt x="1270673" y="934300"/>
                  </a:lnTo>
                  <a:lnTo>
                    <a:pt x="1270673" y="933119"/>
                  </a:lnTo>
                  <a:lnTo>
                    <a:pt x="613143" y="933119"/>
                  </a:lnTo>
                  <a:lnTo>
                    <a:pt x="565912" y="929601"/>
                  </a:lnTo>
                  <a:lnTo>
                    <a:pt x="520712" y="919365"/>
                  </a:lnTo>
                  <a:lnTo>
                    <a:pt x="478078" y="902957"/>
                  </a:lnTo>
                  <a:lnTo>
                    <a:pt x="438518" y="880884"/>
                  </a:lnTo>
                  <a:lnTo>
                    <a:pt x="402551" y="853655"/>
                  </a:lnTo>
                  <a:lnTo>
                    <a:pt x="370700" y="821804"/>
                  </a:lnTo>
                  <a:lnTo>
                    <a:pt x="343484" y="785837"/>
                  </a:lnTo>
                  <a:lnTo>
                    <a:pt x="321398" y="746277"/>
                  </a:lnTo>
                  <a:lnTo>
                    <a:pt x="304990" y="703643"/>
                  </a:lnTo>
                  <a:lnTo>
                    <a:pt x="294767" y="658444"/>
                  </a:lnTo>
                  <a:lnTo>
                    <a:pt x="291249" y="611212"/>
                  </a:lnTo>
                  <a:lnTo>
                    <a:pt x="294767" y="563994"/>
                  </a:lnTo>
                  <a:lnTo>
                    <a:pt x="304990" y="518795"/>
                  </a:lnTo>
                  <a:lnTo>
                    <a:pt x="321398" y="476173"/>
                  </a:lnTo>
                  <a:lnTo>
                    <a:pt x="343484" y="436613"/>
                  </a:lnTo>
                  <a:lnTo>
                    <a:pt x="370700" y="400646"/>
                  </a:lnTo>
                  <a:lnTo>
                    <a:pt x="402551" y="368782"/>
                  </a:lnTo>
                  <a:lnTo>
                    <a:pt x="438518" y="341566"/>
                  </a:lnTo>
                  <a:lnTo>
                    <a:pt x="478078" y="319481"/>
                  </a:lnTo>
                  <a:lnTo>
                    <a:pt x="520712" y="303072"/>
                  </a:lnTo>
                  <a:lnTo>
                    <a:pt x="565912" y="292849"/>
                  </a:lnTo>
                  <a:lnTo>
                    <a:pt x="613143" y="289318"/>
                  </a:lnTo>
                  <a:lnTo>
                    <a:pt x="1270673" y="289318"/>
                  </a:lnTo>
                  <a:lnTo>
                    <a:pt x="1270673" y="288937"/>
                  </a:lnTo>
                  <a:lnTo>
                    <a:pt x="1419745" y="288937"/>
                  </a:lnTo>
                  <a:lnTo>
                    <a:pt x="1419745" y="472859"/>
                  </a:lnTo>
                  <a:lnTo>
                    <a:pt x="1699615" y="472859"/>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 name="Google Shape;197;p28"/>
            <p:cNvSpPr/>
            <p:nvPr/>
          </p:nvSpPr>
          <p:spPr>
            <a:xfrm>
              <a:off x="7446124" y="5030272"/>
              <a:ext cx="1624965" cy="1224915"/>
            </a:xfrm>
            <a:custGeom>
              <a:avLst/>
              <a:gdLst/>
              <a:ahLst/>
              <a:cxnLst/>
              <a:rect l="l" t="t" r="r" b="b"/>
              <a:pathLst>
                <a:path w="1624965" h="1224914" extrusionOk="0">
                  <a:moveTo>
                    <a:pt x="1624825" y="383209"/>
                  </a:moveTo>
                  <a:lnTo>
                    <a:pt x="1621993" y="336435"/>
                  </a:lnTo>
                  <a:lnTo>
                    <a:pt x="1613763" y="291236"/>
                  </a:lnTo>
                  <a:lnTo>
                    <a:pt x="1600365" y="247421"/>
                  </a:lnTo>
                  <a:lnTo>
                    <a:pt x="1582254" y="205994"/>
                  </a:lnTo>
                  <a:lnTo>
                    <a:pt x="1559737" y="167170"/>
                  </a:lnTo>
                  <a:lnTo>
                    <a:pt x="1533182" y="131356"/>
                  </a:lnTo>
                  <a:lnTo>
                    <a:pt x="1502905" y="98983"/>
                  </a:lnTo>
                  <a:lnTo>
                    <a:pt x="1469263" y="70459"/>
                  </a:lnTo>
                  <a:lnTo>
                    <a:pt x="1432598" y="46202"/>
                  </a:lnTo>
                  <a:lnTo>
                    <a:pt x="1393266" y="26606"/>
                  </a:lnTo>
                  <a:lnTo>
                    <a:pt x="1351610" y="12090"/>
                  </a:lnTo>
                  <a:lnTo>
                    <a:pt x="1335481" y="8775"/>
                  </a:lnTo>
                  <a:lnTo>
                    <a:pt x="1335481" y="383209"/>
                  </a:lnTo>
                  <a:lnTo>
                    <a:pt x="1329766" y="414261"/>
                  </a:lnTo>
                  <a:lnTo>
                    <a:pt x="1314170" y="443331"/>
                  </a:lnTo>
                  <a:lnTo>
                    <a:pt x="1291031" y="464858"/>
                  </a:lnTo>
                  <a:lnTo>
                    <a:pt x="1262392" y="473354"/>
                  </a:lnTo>
                  <a:lnTo>
                    <a:pt x="291236" y="473354"/>
                  </a:lnTo>
                  <a:lnTo>
                    <a:pt x="291236" y="291236"/>
                  </a:lnTo>
                  <a:lnTo>
                    <a:pt x="1262684" y="291236"/>
                  </a:lnTo>
                  <a:lnTo>
                    <a:pt x="1291031" y="299948"/>
                  </a:lnTo>
                  <a:lnTo>
                    <a:pt x="1314170" y="322135"/>
                  </a:lnTo>
                  <a:lnTo>
                    <a:pt x="1329766" y="351866"/>
                  </a:lnTo>
                  <a:lnTo>
                    <a:pt x="1335481" y="383209"/>
                  </a:lnTo>
                  <a:lnTo>
                    <a:pt x="1335481" y="8775"/>
                  </a:lnTo>
                  <a:lnTo>
                    <a:pt x="1307960" y="3086"/>
                  </a:lnTo>
                  <a:lnTo>
                    <a:pt x="1262684" y="0"/>
                  </a:lnTo>
                  <a:lnTo>
                    <a:pt x="326034" y="0"/>
                  </a:lnTo>
                  <a:lnTo>
                    <a:pt x="326034" y="288925"/>
                  </a:lnTo>
                  <a:lnTo>
                    <a:pt x="0" y="288925"/>
                  </a:lnTo>
                  <a:lnTo>
                    <a:pt x="0" y="1224368"/>
                  </a:lnTo>
                  <a:lnTo>
                    <a:pt x="291236" y="1224368"/>
                  </a:lnTo>
                  <a:lnTo>
                    <a:pt x="291236" y="764501"/>
                  </a:lnTo>
                  <a:lnTo>
                    <a:pt x="835393" y="764501"/>
                  </a:lnTo>
                  <a:lnTo>
                    <a:pt x="1237780" y="1224368"/>
                  </a:lnTo>
                  <a:lnTo>
                    <a:pt x="1624825" y="1224368"/>
                  </a:lnTo>
                  <a:lnTo>
                    <a:pt x="1222438" y="764501"/>
                  </a:lnTo>
                  <a:lnTo>
                    <a:pt x="1262684" y="764501"/>
                  </a:lnTo>
                  <a:lnTo>
                    <a:pt x="1307960" y="761352"/>
                  </a:lnTo>
                  <a:lnTo>
                    <a:pt x="1351610" y="752182"/>
                  </a:lnTo>
                  <a:lnTo>
                    <a:pt x="1393266" y="737450"/>
                  </a:lnTo>
                  <a:lnTo>
                    <a:pt x="1432598" y="717600"/>
                  </a:lnTo>
                  <a:lnTo>
                    <a:pt x="1469263" y="693102"/>
                  </a:lnTo>
                  <a:lnTo>
                    <a:pt x="1502905" y="664387"/>
                  </a:lnTo>
                  <a:lnTo>
                    <a:pt x="1533182" y="631901"/>
                  </a:lnTo>
                  <a:lnTo>
                    <a:pt x="1559737" y="596112"/>
                  </a:lnTo>
                  <a:lnTo>
                    <a:pt x="1582254" y="557453"/>
                  </a:lnTo>
                  <a:lnTo>
                    <a:pt x="1600365" y="516382"/>
                  </a:lnTo>
                  <a:lnTo>
                    <a:pt x="1613725" y="473354"/>
                  </a:lnTo>
                  <a:lnTo>
                    <a:pt x="1621993" y="428815"/>
                  </a:lnTo>
                  <a:lnTo>
                    <a:pt x="1624825" y="383209"/>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 name="Google Shape;198;p28"/>
            <p:cNvSpPr/>
            <p:nvPr/>
          </p:nvSpPr>
          <p:spPr>
            <a:xfrm>
              <a:off x="9252560" y="5030272"/>
              <a:ext cx="1707514" cy="1224915"/>
            </a:xfrm>
            <a:custGeom>
              <a:avLst/>
              <a:gdLst/>
              <a:ahLst/>
              <a:cxnLst/>
              <a:rect l="l" t="t" r="r" b="b"/>
              <a:pathLst>
                <a:path w="1707515" h="1224914" extrusionOk="0">
                  <a:moveTo>
                    <a:pt x="1707222" y="611212"/>
                  </a:moveTo>
                  <a:lnTo>
                    <a:pt x="1705381" y="563994"/>
                  </a:lnTo>
                  <a:lnTo>
                    <a:pt x="1699907" y="517220"/>
                  </a:lnTo>
                  <a:lnTo>
                    <a:pt x="1690966" y="471779"/>
                  </a:lnTo>
                  <a:lnTo>
                    <a:pt x="1678686" y="427583"/>
                  </a:lnTo>
                  <a:lnTo>
                    <a:pt x="1663217" y="384733"/>
                  </a:lnTo>
                  <a:lnTo>
                    <a:pt x="1644700" y="343408"/>
                  </a:lnTo>
                  <a:lnTo>
                    <a:pt x="1623275" y="303733"/>
                  </a:lnTo>
                  <a:lnTo>
                    <a:pt x="1614068" y="289318"/>
                  </a:lnTo>
                  <a:lnTo>
                    <a:pt x="1599069" y="265836"/>
                  </a:lnTo>
                  <a:lnTo>
                    <a:pt x="1572234" y="229882"/>
                  </a:lnTo>
                  <a:lnTo>
                    <a:pt x="1542910" y="195999"/>
                  </a:lnTo>
                  <a:lnTo>
                    <a:pt x="1511223" y="164312"/>
                  </a:lnTo>
                  <a:lnTo>
                    <a:pt x="1477340" y="134988"/>
                  </a:lnTo>
                  <a:lnTo>
                    <a:pt x="1441373" y="108153"/>
                  </a:lnTo>
                  <a:lnTo>
                    <a:pt x="1415986" y="91935"/>
                  </a:lnTo>
                  <a:lnTo>
                    <a:pt x="1415986" y="611212"/>
                  </a:lnTo>
                  <a:lnTo>
                    <a:pt x="1412455" y="658444"/>
                  </a:lnTo>
                  <a:lnTo>
                    <a:pt x="1402232" y="703643"/>
                  </a:lnTo>
                  <a:lnTo>
                    <a:pt x="1385824" y="746277"/>
                  </a:lnTo>
                  <a:lnTo>
                    <a:pt x="1363738" y="785837"/>
                  </a:lnTo>
                  <a:lnTo>
                    <a:pt x="1336522" y="821804"/>
                  </a:lnTo>
                  <a:lnTo>
                    <a:pt x="1304658" y="853655"/>
                  </a:lnTo>
                  <a:lnTo>
                    <a:pt x="1268691" y="880884"/>
                  </a:lnTo>
                  <a:lnTo>
                    <a:pt x="1229131" y="902957"/>
                  </a:lnTo>
                  <a:lnTo>
                    <a:pt x="1186497" y="919365"/>
                  </a:lnTo>
                  <a:lnTo>
                    <a:pt x="1141310" y="929601"/>
                  </a:lnTo>
                  <a:lnTo>
                    <a:pt x="1094079" y="933119"/>
                  </a:lnTo>
                  <a:lnTo>
                    <a:pt x="613143" y="933119"/>
                  </a:lnTo>
                  <a:lnTo>
                    <a:pt x="565912" y="929601"/>
                  </a:lnTo>
                  <a:lnTo>
                    <a:pt x="520712" y="919365"/>
                  </a:lnTo>
                  <a:lnTo>
                    <a:pt x="478078" y="902957"/>
                  </a:lnTo>
                  <a:lnTo>
                    <a:pt x="438518" y="880884"/>
                  </a:lnTo>
                  <a:lnTo>
                    <a:pt x="402564" y="853655"/>
                  </a:lnTo>
                  <a:lnTo>
                    <a:pt x="370700" y="821804"/>
                  </a:lnTo>
                  <a:lnTo>
                    <a:pt x="343484" y="785837"/>
                  </a:lnTo>
                  <a:lnTo>
                    <a:pt x="321398" y="746277"/>
                  </a:lnTo>
                  <a:lnTo>
                    <a:pt x="304990" y="703643"/>
                  </a:lnTo>
                  <a:lnTo>
                    <a:pt x="294830" y="658698"/>
                  </a:lnTo>
                  <a:lnTo>
                    <a:pt x="294767" y="658444"/>
                  </a:lnTo>
                  <a:lnTo>
                    <a:pt x="291249" y="611212"/>
                  </a:lnTo>
                  <a:lnTo>
                    <a:pt x="294767" y="563994"/>
                  </a:lnTo>
                  <a:lnTo>
                    <a:pt x="304990" y="518795"/>
                  </a:lnTo>
                  <a:lnTo>
                    <a:pt x="321398" y="476173"/>
                  </a:lnTo>
                  <a:lnTo>
                    <a:pt x="343484" y="436613"/>
                  </a:lnTo>
                  <a:lnTo>
                    <a:pt x="370700" y="400646"/>
                  </a:lnTo>
                  <a:lnTo>
                    <a:pt x="402564" y="368782"/>
                  </a:lnTo>
                  <a:lnTo>
                    <a:pt x="438518" y="341566"/>
                  </a:lnTo>
                  <a:lnTo>
                    <a:pt x="478078" y="319481"/>
                  </a:lnTo>
                  <a:lnTo>
                    <a:pt x="520712" y="303072"/>
                  </a:lnTo>
                  <a:lnTo>
                    <a:pt x="565912" y="292849"/>
                  </a:lnTo>
                  <a:lnTo>
                    <a:pt x="613143" y="289318"/>
                  </a:lnTo>
                  <a:lnTo>
                    <a:pt x="1094079" y="289318"/>
                  </a:lnTo>
                  <a:lnTo>
                    <a:pt x="1141310" y="292849"/>
                  </a:lnTo>
                  <a:lnTo>
                    <a:pt x="1186497" y="303072"/>
                  </a:lnTo>
                  <a:lnTo>
                    <a:pt x="1229131" y="319481"/>
                  </a:lnTo>
                  <a:lnTo>
                    <a:pt x="1268691" y="341566"/>
                  </a:lnTo>
                  <a:lnTo>
                    <a:pt x="1304658" y="368782"/>
                  </a:lnTo>
                  <a:lnTo>
                    <a:pt x="1336522" y="400646"/>
                  </a:lnTo>
                  <a:lnTo>
                    <a:pt x="1363738" y="436613"/>
                  </a:lnTo>
                  <a:lnTo>
                    <a:pt x="1385824" y="476173"/>
                  </a:lnTo>
                  <a:lnTo>
                    <a:pt x="1402232" y="518795"/>
                  </a:lnTo>
                  <a:lnTo>
                    <a:pt x="1412405" y="563740"/>
                  </a:lnTo>
                  <a:lnTo>
                    <a:pt x="1415986" y="611212"/>
                  </a:lnTo>
                  <a:lnTo>
                    <a:pt x="1415986" y="91935"/>
                  </a:lnTo>
                  <a:lnTo>
                    <a:pt x="1363802" y="62522"/>
                  </a:lnTo>
                  <a:lnTo>
                    <a:pt x="1322476" y="44005"/>
                  </a:lnTo>
                  <a:lnTo>
                    <a:pt x="1279639" y="28536"/>
                  </a:lnTo>
                  <a:lnTo>
                    <a:pt x="1235430" y="16256"/>
                  </a:lnTo>
                  <a:lnTo>
                    <a:pt x="1189990" y="7315"/>
                  </a:lnTo>
                  <a:lnTo>
                    <a:pt x="1143469" y="1854"/>
                  </a:lnTo>
                  <a:lnTo>
                    <a:pt x="1095997" y="0"/>
                  </a:lnTo>
                  <a:lnTo>
                    <a:pt x="611225" y="0"/>
                  </a:lnTo>
                  <a:lnTo>
                    <a:pt x="563753" y="1854"/>
                  </a:lnTo>
                  <a:lnTo>
                    <a:pt x="517220" y="7315"/>
                  </a:lnTo>
                  <a:lnTo>
                    <a:pt x="471792" y="16256"/>
                  </a:lnTo>
                  <a:lnTo>
                    <a:pt x="427583" y="28536"/>
                  </a:lnTo>
                  <a:lnTo>
                    <a:pt x="384746" y="44005"/>
                  </a:lnTo>
                  <a:lnTo>
                    <a:pt x="343408" y="62522"/>
                  </a:lnTo>
                  <a:lnTo>
                    <a:pt x="303733" y="83947"/>
                  </a:lnTo>
                  <a:lnTo>
                    <a:pt x="265836" y="108153"/>
                  </a:lnTo>
                  <a:lnTo>
                    <a:pt x="229882" y="134988"/>
                  </a:lnTo>
                  <a:lnTo>
                    <a:pt x="195999" y="164312"/>
                  </a:lnTo>
                  <a:lnTo>
                    <a:pt x="164312" y="195999"/>
                  </a:lnTo>
                  <a:lnTo>
                    <a:pt x="134988" y="229882"/>
                  </a:lnTo>
                  <a:lnTo>
                    <a:pt x="108153" y="265836"/>
                  </a:lnTo>
                  <a:lnTo>
                    <a:pt x="83947" y="303733"/>
                  </a:lnTo>
                  <a:lnTo>
                    <a:pt x="62522" y="343408"/>
                  </a:lnTo>
                  <a:lnTo>
                    <a:pt x="44005" y="384733"/>
                  </a:lnTo>
                  <a:lnTo>
                    <a:pt x="28536" y="427583"/>
                  </a:lnTo>
                  <a:lnTo>
                    <a:pt x="16256" y="471779"/>
                  </a:lnTo>
                  <a:lnTo>
                    <a:pt x="7315" y="517220"/>
                  </a:lnTo>
                  <a:lnTo>
                    <a:pt x="1854" y="563740"/>
                  </a:lnTo>
                  <a:lnTo>
                    <a:pt x="0" y="611212"/>
                  </a:lnTo>
                  <a:lnTo>
                    <a:pt x="1841" y="658444"/>
                  </a:lnTo>
                  <a:lnTo>
                    <a:pt x="7315" y="705269"/>
                  </a:lnTo>
                  <a:lnTo>
                    <a:pt x="16256" y="750760"/>
                  </a:lnTo>
                  <a:lnTo>
                    <a:pt x="28536" y="795045"/>
                  </a:lnTo>
                  <a:lnTo>
                    <a:pt x="44005" y="837971"/>
                  </a:lnTo>
                  <a:lnTo>
                    <a:pt x="62522" y="879411"/>
                  </a:lnTo>
                  <a:lnTo>
                    <a:pt x="83947" y="919200"/>
                  </a:lnTo>
                  <a:lnTo>
                    <a:pt x="108153" y="957224"/>
                  </a:lnTo>
                  <a:lnTo>
                    <a:pt x="134988" y="993317"/>
                  </a:lnTo>
                  <a:lnTo>
                    <a:pt x="164312" y="1027341"/>
                  </a:lnTo>
                  <a:lnTo>
                    <a:pt x="195999" y="1059154"/>
                  </a:lnTo>
                  <a:lnTo>
                    <a:pt x="229882" y="1088618"/>
                  </a:lnTo>
                  <a:lnTo>
                    <a:pt x="265836" y="1115580"/>
                  </a:lnTo>
                  <a:lnTo>
                    <a:pt x="303733" y="1139913"/>
                  </a:lnTo>
                  <a:lnTo>
                    <a:pt x="343408" y="1161453"/>
                  </a:lnTo>
                  <a:lnTo>
                    <a:pt x="384746" y="1180084"/>
                  </a:lnTo>
                  <a:lnTo>
                    <a:pt x="427583" y="1195641"/>
                  </a:lnTo>
                  <a:lnTo>
                    <a:pt x="471792" y="1207998"/>
                  </a:lnTo>
                  <a:lnTo>
                    <a:pt x="517220" y="1216990"/>
                  </a:lnTo>
                  <a:lnTo>
                    <a:pt x="563753" y="1222489"/>
                  </a:lnTo>
                  <a:lnTo>
                    <a:pt x="611225" y="1224356"/>
                  </a:lnTo>
                  <a:lnTo>
                    <a:pt x="1095997" y="1224356"/>
                  </a:lnTo>
                  <a:lnTo>
                    <a:pt x="1143469" y="1222489"/>
                  </a:lnTo>
                  <a:lnTo>
                    <a:pt x="1189990" y="1216990"/>
                  </a:lnTo>
                  <a:lnTo>
                    <a:pt x="1235430" y="1207998"/>
                  </a:lnTo>
                  <a:lnTo>
                    <a:pt x="1279639" y="1195641"/>
                  </a:lnTo>
                  <a:lnTo>
                    <a:pt x="1322476" y="1180084"/>
                  </a:lnTo>
                  <a:lnTo>
                    <a:pt x="1363802" y="1161453"/>
                  </a:lnTo>
                  <a:lnTo>
                    <a:pt x="1403489" y="1139913"/>
                  </a:lnTo>
                  <a:lnTo>
                    <a:pt x="1441373" y="1115580"/>
                  </a:lnTo>
                  <a:lnTo>
                    <a:pt x="1477340" y="1088618"/>
                  </a:lnTo>
                  <a:lnTo>
                    <a:pt x="1511223" y="1059154"/>
                  </a:lnTo>
                  <a:lnTo>
                    <a:pt x="1542910" y="1027341"/>
                  </a:lnTo>
                  <a:lnTo>
                    <a:pt x="1572234" y="993317"/>
                  </a:lnTo>
                  <a:lnTo>
                    <a:pt x="1599069" y="957224"/>
                  </a:lnTo>
                  <a:lnTo>
                    <a:pt x="1623161" y="919365"/>
                  </a:lnTo>
                  <a:lnTo>
                    <a:pt x="1623275" y="919200"/>
                  </a:lnTo>
                  <a:lnTo>
                    <a:pt x="1644700" y="879411"/>
                  </a:lnTo>
                  <a:lnTo>
                    <a:pt x="1663217" y="837971"/>
                  </a:lnTo>
                  <a:lnTo>
                    <a:pt x="1678686" y="795045"/>
                  </a:lnTo>
                  <a:lnTo>
                    <a:pt x="1690966" y="750760"/>
                  </a:lnTo>
                  <a:lnTo>
                    <a:pt x="1699907" y="705269"/>
                  </a:lnTo>
                  <a:lnTo>
                    <a:pt x="1705368" y="658698"/>
                  </a:lnTo>
                  <a:lnTo>
                    <a:pt x="1707222" y="611212"/>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 name="Google Shape;199;p28"/>
            <p:cNvSpPr/>
            <p:nvPr/>
          </p:nvSpPr>
          <p:spPr>
            <a:xfrm>
              <a:off x="11118901" y="5030272"/>
              <a:ext cx="1703070" cy="1224915"/>
            </a:xfrm>
            <a:custGeom>
              <a:avLst/>
              <a:gdLst/>
              <a:ahLst/>
              <a:cxnLst/>
              <a:rect l="l" t="t" r="r" b="b"/>
              <a:pathLst>
                <a:path w="1703070" h="1224914" extrusionOk="0">
                  <a:moveTo>
                    <a:pt x="1702854" y="148310"/>
                  </a:moveTo>
                  <a:lnTo>
                    <a:pt x="1699552" y="148310"/>
                  </a:lnTo>
                  <a:lnTo>
                    <a:pt x="1699552" y="82384"/>
                  </a:lnTo>
                  <a:lnTo>
                    <a:pt x="1693151" y="50114"/>
                  </a:lnTo>
                  <a:lnTo>
                    <a:pt x="1675599" y="23952"/>
                  </a:lnTo>
                  <a:lnTo>
                    <a:pt x="1649425" y="6400"/>
                  </a:lnTo>
                  <a:lnTo>
                    <a:pt x="1617154" y="0"/>
                  </a:lnTo>
                  <a:lnTo>
                    <a:pt x="611225" y="0"/>
                  </a:lnTo>
                  <a:lnTo>
                    <a:pt x="563753" y="1854"/>
                  </a:lnTo>
                  <a:lnTo>
                    <a:pt x="517220" y="7315"/>
                  </a:lnTo>
                  <a:lnTo>
                    <a:pt x="471792" y="16256"/>
                  </a:lnTo>
                  <a:lnTo>
                    <a:pt x="427583" y="28536"/>
                  </a:lnTo>
                  <a:lnTo>
                    <a:pt x="384746" y="44005"/>
                  </a:lnTo>
                  <a:lnTo>
                    <a:pt x="343408" y="62522"/>
                  </a:lnTo>
                  <a:lnTo>
                    <a:pt x="303733" y="83947"/>
                  </a:lnTo>
                  <a:lnTo>
                    <a:pt x="265836" y="108153"/>
                  </a:lnTo>
                  <a:lnTo>
                    <a:pt x="229882" y="134988"/>
                  </a:lnTo>
                  <a:lnTo>
                    <a:pt x="195999" y="164312"/>
                  </a:lnTo>
                  <a:lnTo>
                    <a:pt x="164312" y="195999"/>
                  </a:lnTo>
                  <a:lnTo>
                    <a:pt x="134988" y="229882"/>
                  </a:lnTo>
                  <a:lnTo>
                    <a:pt x="108153" y="265836"/>
                  </a:lnTo>
                  <a:lnTo>
                    <a:pt x="83947" y="303733"/>
                  </a:lnTo>
                  <a:lnTo>
                    <a:pt x="62522" y="343408"/>
                  </a:lnTo>
                  <a:lnTo>
                    <a:pt x="44005" y="384733"/>
                  </a:lnTo>
                  <a:lnTo>
                    <a:pt x="28536" y="427583"/>
                  </a:lnTo>
                  <a:lnTo>
                    <a:pt x="16256" y="471779"/>
                  </a:lnTo>
                  <a:lnTo>
                    <a:pt x="7315" y="517220"/>
                  </a:lnTo>
                  <a:lnTo>
                    <a:pt x="1854" y="563740"/>
                  </a:lnTo>
                  <a:lnTo>
                    <a:pt x="0" y="611212"/>
                  </a:lnTo>
                  <a:lnTo>
                    <a:pt x="1854" y="658698"/>
                  </a:lnTo>
                  <a:lnTo>
                    <a:pt x="7315" y="705269"/>
                  </a:lnTo>
                  <a:lnTo>
                    <a:pt x="16256" y="750760"/>
                  </a:lnTo>
                  <a:lnTo>
                    <a:pt x="28536" y="795045"/>
                  </a:lnTo>
                  <a:lnTo>
                    <a:pt x="44005" y="837971"/>
                  </a:lnTo>
                  <a:lnTo>
                    <a:pt x="62522" y="879411"/>
                  </a:lnTo>
                  <a:lnTo>
                    <a:pt x="83947" y="919200"/>
                  </a:lnTo>
                  <a:lnTo>
                    <a:pt x="108153" y="957224"/>
                  </a:lnTo>
                  <a:lnTo>
                    <a:pt x="134988" y="993317"/>
                  </a:lnTo>
                  <a:lnTo>
                    <a:pt x="164312" y="1027341"/>
                  </a:lnTo>
                  <a:lnTo>
                    <a:pt x="195999" y="1059154"/>
                  </a:lnTo>
                  <a:lnTo>
                    <a:pt x="229882" y="1088618"/>
                  </a:lnTo>
                  <a:lnTo>
                    <a:pt x="265836" y="1115580"/>
                  </a:lnTo>
                  <a:lnTo>
                    <a:pt x="303733" y="1139913"/>
                  </a:lnTo>
                  <a:lnTo>
                    <a:pt x="343408" y="1161453"/>
                  </a:lnTo>
                  <a:lnTo>
                    <a:pt x="384746" y="1180084"/>
                  </a:lnTo>
                  <a:lnTo>
                    <a:pt x="427583" y="1195641"/>
                  </a:lnTo>
                  <a:lnTo>
                    <a:pt x="471792" y="1207998"/>
                  </a:lnTo>
                  <a:lnTo>
                    <a:pt x="517220" y="1216990"/>
                  </a:lnTo>
                  <a:lnTo>
                    <a:pt x="563753" y="1222489"/>
                  </a:lnTo>
                  <a:lnTo>
                    <a:pt x="611225" y="1224356"/>
                  </a:lnTo>
                  <a:lnTo>
                    <a:pt x="1617154" y="1224356"/>
                  </a:lnTo>
                  <a:lnTo>
                    <a:pt x="1649425" y="1217688"/>
                  </a:lnTo>
                  <a:lnTo>
                    <a:pt x="1675599" y="1199692"/>
                  </a:lnTo>
                  <a:lnTo>
                    <a:pt x="1693151" y="1173441"/>
                  </a:lnTo>
                  <a:lnTo>
                    <a:pt x="1699552" y="1141971"/>
                  </a:lnTo>
                  <a:lnTo>
                    <a:pt x="1699552" y="1054735"/>
                  </a:lnTo>
                  <a:lnTo>
                    <a:pt x="1702854" y="1054735"/>
                  </a:lnTo>
                  <a:lnTo>
                    <a:pt x="1702854" y="759040"/>
                  </a:lnTo>
                  <a:lnTo>
                    <a:pt x="1422984" y="759040"/>
                  </a:lnTo>
                  <a:lnTo>
                    <a:pt x="1422984" y="934300"/>
                  </a:lnTo>
                  <a:lnTo>
                    <a:pt x="1273911" y="934300"/>
                  </a:lnTo>
                  <a:lnTo>
                    <a:pt x="1273911" y="933119"/>
                  </a:lnTo>
                  <a:lnTo>
                    <a:pt x="613143" y="933119"/>
                  </a:lnTo>
                  <a:lnTo>
                    <a:pt x="565912" y="929601"/>
                  </a:lnTo>
                  <a:lnTo>
                    <a:pt x="520712" y="919365"/>
                  </a:lnTo>
                  <a:lnTo>
                    <a:pt x="478078" y="902957"/>
                  </a:lnTo>
                  <a:lnTo>
                    <a:pt x="438518" y="880884"/>
                  </a:lnTo>
                  <a:lnTo>
                    <a:pt x="402551" y="853655"/>
                  </a:lnTo>
                  <a:lnTo>
                    <a:pt x="370700" y="821804"/>
                  </a:lnTo>
                  <a:lnTo>
                    <a:pt x="343484" y="785837"/>
                  </a:lnTo>
                  <a:lnTo>
                    <a:pt x="321398" y="746277"/>
                  </a:lnTo>
                  <a:lnTo>
                    <a:pt x="304990" y="703643"/>
                  </a:lnTo>
                  <a:lnTo>
                    <a:pt x="294767" y="658444"/>
                  </a:lnTo>
                  <a:lnTo>
                    <a:pt x="291249" y="611212"/>
                  </a:lnTo>
                  <a:lnTo>
                    <a:pt x="294767" y="563994"/>
                  </a:lnTo>
                  <a:lnTo>
                    <a:pt x="304990" y="518795"/>
                  </a:lnTo>
                  <a:lnTo>
                    <a:pt x="321398" y="476173"/>
                  </a:lnTo>
                  <a:lnTo>
                    <a:pt x="343484" y="436613"/>
                  </a:lnTo>
                  <a:lnTo>
                    <a:pt x="370700" y="400646"/>
                  </a:lnTo>
                  <a:lnTo>
                    <a:pt x="402551" y="368782"/>
                  </a:lnTo>
                  <a:lnTo>
                    <a:pt x="438518" y="341566"/>
                  </a:lnTo>
                  <a:lnTo>
                    <a:pt x="478078" y="319481"/>
                  </a:lnTo>
                  <a:lnTo>
                    <a:pt x="520712" y="303072"/>
                  </a:lnTo>
                  <a:lnTo>
                    <a:pt x="565912" y="292849"/>
                  </a:lnTo>
                  <a:lnTo>
                    <a:pt x="613143" y="289318"/>
                  </a:lnTo>
                  <a:lnTo>
                    <a:pt x="1273911" y="289318"/>
                  </a:lnTo>
                  <a:lnTo>
                    <a:pt x="1273911" y="288937"/>
                  </a:lnTo>
                  <a:lnTo>
                    <a:pt x="1422984" y="288937"/>
                  </a:lnTo>
                  <a:lnTo>
                    <a:pt x="1422984" y="472859"/>
                  </a:lnTo>
                  <a:lnTo>
                    <a:pt x="1702854" y="472859"/>
                  </a:lnTo>
                  <a:lnTo>
                    <a:pt x="1702854" y="14831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 name="Google Shape;200;p28"/>
            <p:cNvSpPr/>
            <p:nvPr/>
          </p:nvSpPr>
          <p:spPr>
            <a:xfrm>
              <a:off x="15415362" y="5030272"/>
              <a:ext cx="1665605" cy="1224915"/>
            </a:xfrm>
            <a:custGeom>
              <a:avLst/>
              <a:gdLst/>
              <a:ahLst/>
              <a:cxnLst/>
              <a:rect l="l" t="t" r="r" b="b"/>
              <a:pathLst>
                <a:path w="1665605" h="1224914" extrusionOk="0">
                  <a:moveTo>
                    <a:pt x="1665058" y="0"/>
                  </a:moveTo>
                  <a:lnTo>
                    <a:pt x="1375740" y="0"/>
                  </a:lnTo>
                  <a:lnTo>
                    <a:pt x="1375740" y="833475"/>
                  </a:lnTo>
                  <a:lnTo>
                    <a:pt x="1367688" y="872794"/>
                  </a:lnTo>
                  <a:lnTo>
                    <a:pt x="1345806" y="905103"/>
                  </a:lnTo>
                  <a:lnTo>
                    <a:pt x="1313497" y="926998"/>
                  </a:lnTo>
                  <a:lnTo>
                    <a:pt x="1274191" y="935050"/>
                  </a:lnTo>
                  <a:lnTo>
                    <a:pt x="1248613" y="933069"/>
                  </a:lnTo>
                  <a:lnTo>
                    <a:pt x="1226273" y="926426"/>
                  </a:lnTo>
                  <a:lnTo>
                    <a:pt x="1206817" y="914019"/>
                  </a:lnTo>
                  <a:lnTo>
                    <a:pt x="1189875" y="894791"/>
                  </a:lnTo>
                  <a:lnTo>
                    <a:pt x="707021" y="162877"/>
                  </a:lnTo>
                  <a:lnTo>
                    <a:pt x="677494" y="123418"/>
                  </a:lnTo>
                  <a:lnTo>
                    <a:pt x="644969" y="89725"/>
                  </a:lnTo>
                  <a:lnTo>
                    <a:pt x="609523" y="61658"/>
                  </a:lnTo>
                  <a:lnTo>
                    <a:pt x="571233" y="39039"/>
                  </a:lnTo>
                  <a:lnTo>
                    <a:pt x="530148" y="21717"/>
                  </a:lnTo>
                  <a:lnTo>
                    <a:pt x="486346" y="9550"/>
                  </a:lnTo>
                  <a:lnTo>
                    <a:pt x="439902" y="2362"/>
                  </a:lnTo>
                  <a:lnTo>
                    <a:pt x="390867" y="0"/>
                  </a:lnTo>
                  <a:lnTo>
                    <a:pt x="342087" y="3060"/>
                  </a:lnTo>
                  <a:lnTo>
                    <a:pt x="295046" y="12014"/>
                  </a:lnTo>
                  <a:lnTo>
                    <a:pt x="250126" y="26466"/>
                  </a:lnTo>
                  <a:lnTo>
                    <a:pt x="207683" y="46050"/>
                  </a:lnTo>
                  <a:lnTo>
                    <a:pt x="168122" y="70370"/>
                  </a:lnTo>
                  <a:lnTo>
                    <a:pt x="131787" y="99085"/>
                  </a:lnTo>
                  <a:lnTo>
                    <a:pt x="99085" y="131787"/>
                  </a:lnTo>
                  <a:lnTo>
                    <a:pt x="70383" y="168109"/>
                  </a:lnTo>
                  <a:lnTo>
                    <a:pt x="46050" y="207683"/>
                  </a:lnTo>
                  <a:lnTo>
                    <a:pt x="26466" y="250113"/>
                  </a:lnTo>
                  <a:lnTo>
                    <a:pt x="12014" y="295046"/>
                  </a:lnTo>
                  <a:lnTo>
                    <a:pt x="3073" y="342087"/>
                  </a:lnTo>
                  <a:lnTo>
                    <a:pt x="0" y="390867"/>
                  </a:lnTo>
                  <a:lnTo>
                    <a:pt x="0" y="1224368"/>
                  </a:lnTo>
                  <a:lnTo>
                    <a:pt x="289318" y="1224368"/>
                  </a:lnTo>
                  <a:lnTo>
                    <a:pt x="289318" y="390867"/>
                  </a:lnTo>
                  <a:lnTo>
                    <a:pt x="298627" y="348322"/>
                  </a:lnTo>
                  <a:lnTo>
                    <a:pt x="323570" y="316382"/>
                  </a:lnTo>
                  <a:lnTo>
                    <a:pt x="359651" y="296291"/>
                  </a:lnTo>
                  <a:lnTo>
                    <a:pt x="402374" y="289318"/>
                  </a:lnTo>
                  <a:lnTo>
                    <a:pt x="425602" y="291566"/>
                  </a:lnTo>
                  <a:lnTo>
                    <a:pt x="444525" y="298653"/>
                  </a:lnTo>
                  <a:lnTo>
                    <a:pt x="460565" y="311150"/>
                  </a:lnTo>
                  <a:lnTo>
                    <a:pt x="475183" y="329552"/>
                  </a:lnTo>
                  <a:lnTo>
                    <a:pt x="969530" y="1053833"/>
                  </a:lnTo>
                  <a:lnTo>
                    <a:pt x="1002893" y="1097661"/>
                  </a:lnTo>
                  <a:lnTo>
                    <a:pt x="1039139" y="1135392"/>
                  </a:lnTo>
                  <a:lnTo>
                    <a:pt x="1078572" y="1166799"/>
                  </a:lnTo>
                  <a:lnTo>
                    <a:pt x="1121498" y="1191628"/>
                  </a:lnTo>
                  <a:lnTo>
                    <a:pt x="1168209" y="1209662"/>
                  </a:lnTo>
                  <a:lnTo>
                    <a:pt x="1219009" y="1220647"/>
                  </a:lnTo>
                  <a:lnTo>
                    <a:pt x="1274191" y="1224368"/>
                  </a:lnTo>
                  <a:lnTo>
                    <a:pt x="1322971" y="1221295"/>
                  </a:lnTo>
                  <a:lnTo>
                    <a:pt x="1370012" y="1212354"/>
                  </a:lnTo>
                  <a:lnTo>
                    <a:pt x="1414945" y="1197902"/>
                  </a:lnTo>
                  <a:lnTo>
                    <a:pt x="1457375" y="1178318"/>
                  </a:lnTo>
                  <a:lnTo>
                    <a:pt x="1496949" y="1153985"/>
                  </a:lnTo>
                  <a:lnTo>
                    <a:pt x="1533271" y="1125283"/>
                  </a:lnTo>
                  <a:lnTo>
                    <a:pt x="1565973" y="1092568"/>
                  </a:lnTo>
                  <a:lnTo>
                    <a:pt x="1594675" y="1056246"/>
                  </a:lnTo>
                  <a:lnTo>
                    <a:pt x="1619008" y="1016673"/>
                  </a:lnTo>
                  <a:lnTo>
                    <a:pt x="1638592" y="974242"/>
                  </a:lnTo>
                  <a:lnTo>
                    <a:pt x="1653044" y="929309"/>
                  </a:lnTo>
                  <a:lnTo>
                    <a:pt x="1661998" y="882256"/>
                  </a:lnTo>
                  <a:lnTo>
                    <a:pt x="1665058" y="833475"/>
                  </a:lnTo>
                  <a:lnTo>
                    <a:pt x="166505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 name="Google Shape;201;p28"/>
            <p:cNvSpPr/>
            <p:nvPr/>
          </p:nvSpPr>
          <p:spPr>
            <a:xfrm>
              <a:off x="12912979" y="4483563"/>
              <a:ext cx="2370455" cy="2341880"/>
            </a:xfrm>
            <a:custGeom>
              <a:avLst/>
              <a:gdLst/>
              <a:ahLst/>
              <a:cxnLst/>
              <a:rect l="l" t="t" r="r" b="b"/>
              <a:pathLst>
                <a:path w="2370455" h="2341879" extrusionOk="0">
                  <a:moveTo>
                    <a:pt x="2370137" y="1159865"/>
                  </a:moveTo>
                  <a:lnTo>
                    <a:pt x="2040128" y="1159865"/>
                  </a:lnTo>
                  <a:lnTo>
                    <a:pt x="2040128" y="1209001"/>
                  </a:lnTo>
                  <a:lnTo>
                    <a:pt x="2039848" y="1219225"/>
                  </a:lnTo>
                  <a:lnTo>
                    <a:pt x="2035822" y="1267040"/>
                  </a:lnTo>
                  <a:lnTo>
                    <a:pt x="2029206" y="1314081"/>
                  </a:lnTo>
                  <a:lnTo>
                    <a:pt x="2020062" y="1360258"/>
                  </a:lnTo>
                  <a:lnTo>
                    <a:pt x="2008479" y="1405534"/>
                  </a:lnTo>
                  <a:lnTo>
                    <a:pt x="1994509" y="1449806"/>
                  </a:lnTo>
                  <a:lnTo>
                    <a:pt x="1978240" y="1493024"/>
                  </a:lnTo>
                  <a:lnTo>
                    <a:pt x="1959749" y="1535099"/>
                  </a:lnTo>
                  <a:lnTo>
                    <a:pt x="1939086" y="1575968"/>
                  </a:lnTo>
                  <a:lnTo>
                    <a:pt x="1916341" y="1615541"/>
                  </a:lnTo>
                  <a:lnTo>
                    <a:pt x="1891588" y="1653768"/>
                  </a:lnTo>
                  <a:lnTo>
                    <a:pt x="1864906" y="1690560"/>
                  </a:lnTo>
                  <a:lnTo>
                    <a:pt x="1836343" y="1725853"/>
                  </a:lnTo>
                  <a:lnTo>
                    <a:pt x="1805990" y="1759572"/>
                  </a:lnTo>
                  <a:lnTo>
                    <a:pt x="1773923" y="1791652"/>
                  </a:lnTo>
                  <a:lnTo>
                    <a:pt x="1740204" y="1821992"/>
                  </a:lnTo>
                  <a:lnTo>
                    <a:pt x="1704911" y="1850555"/>
                  </a:lnTo>
                  <a:lnTo>
                    <a:pt x="1668119" y="1877250"/>
                  </a:lnTo>
                  <a:lnTo>
                    <a:pt x="1629892" y="1902002"/>
                  </a:lnTo>
                  <a:lnTo>
                    <a:pt x="1590306" y="1924735"/>
                  </a:lnTo>
                  <a:lnTo>
                    <a:pt x="1549450" y="1945398"/>
                  </a:lnTo>
                  <a:lnTo>
                    <a:pt x="1507375" y="1963889"/>
                  </a:lnTo>
                  <a:lnTo>
                    <a:pt x="1464157" y="1980158"/>
                  </a:lnTo>
                  <a:lnTo>
                    <a:pt x="1419885" y="1994128"/>
                  </a:lnTo>
                  <a:lnTo>
                    <a:pt x="1374609" y="2005723"/>
                  </a:lnTo>
                  <a:lnTo>
                    <a:pt x="1328420" y="2014855"/>
                  </a:lnTo>
                  <a:lnTo>
                    <a:pt x="1281391" y="2021484"/>
                  </a:lnTo>
                  <a:lnTo>
                    <a:pt x="1233576" y="2025510"/>
                  </a:lnTo>
                  <a:lnTo>
                    <a:pt x="1208989" y="2026208"/>
                  </a:lnTo>
                  <a:lnTo>
                    <a:pt x="1208989" y="1698599"/>
                  </a:lnTo>
                  <a:lnTo>
                    <a:pt x="1233106" y="1697507"/>
                  </a:lnTo>
                  <a:lnTo>
                    <a:pt x="1279944" y="1691144"/>
                  </a:lnTo>
                  <a:lnTo>
                    <a:pt x="1325397" y="1680756"/>
                  </a:lnTo>
                  <a:lnTo>
                    <a:pt x="1369288" y="1666557"/>
                  </a:lnTo>
                  <a:lnTo>
                    <a:pt x="1411414" y="1648714"/>
                  </a:lnTo>
                  <a:lnTo>
                    <a:pt x="1451597" y="1627416"/>
                  </a:lnTo>
                  <a:lnTo>
                    <a:pt x="1489646" y="1602854"/>
                  </a:lnTo>
                  <a:lnTo>
                    <a:pt x="1525371" y="1575219"/>
                  </a:lnTo>
                  <a:lnTo>
                    <a:pt x="1558582" y="1544713"/>
                  </a:lnTo>
                  <a:lnTo>
                    <a:pt x="1589100" y="1511490"/>
                  </a:lnTo>
                  <a:lnTo>
                    <a:pt x="1616735" y="1475765"/>
                  </a:lnTo>
                  <a:lnTo>
                    <a:pt x="1641297" y="1437716"/>
                  </a:lnTo>
                  <a:lnTo>
                    <a:pt x="1662582" y="1397533"/>
                  </a:lnTo>
                  <a:lnTo>
                    <a:pt x="1680425" y="1355407"/>
                  </a:lnTo>
                  <a:lnTo>
                    <a:pt x="1694637" y="1311516"/>
                  </a:lnTo>
                  <a:lnTo>
                    <a:pt x="1705013" y="1266063"/>
                  </a:lnTo>
                  <a:lnTo>
                    <a:pt x="1711299" y="1219860"/>
                  </a:lnTo>
                  <a:lnTo>
                    <a:pt x="1711388" y="1219225"/>
                  </a:lnTo>
                  <a:lnTo>
                    <a:pt x="1711845" y="1209001"/>
                  </a:lnTo>
                  <a:lnTo>
                    <a:pt x="2040128" y="1209001"/>
                  </a:lnTo>
                  <a:lnTo>
                    <a:pt x="2040128" y="1159865"/>
                  </a:lnTo>
                  <a:lnTo>
                    <a:pt x="1977161" y="1159865"/>
                  </a:lnTo>
                  <a:lnTo>
                    <a:pt x="1976056" y="1123162"/>
                  </a:lnTo>
                  <a:lnTo>
                    <a:pt x="1971878" y="1076858"/>
                  </a:lnTo>
                  <a:lnTo>
                    <a:pt x="1964766" y="1029296"/>
                  </a:lnTo>
                  <a:lnTo>
                    <a:pt x="1954987" y="983246"/>
                  </a:lnTo>
                  <a:lnTo>
                    <a:pt x="1942668" y="938568"/>
                  </a:lnTo>
                  <a:lnTo>
                    <a:pt x="1927847" y="894969"/>
                  </a:lnTo>
                  <a:lnTo>
                    <a:pt x="1910588" y="852551"/>
                  </a:lnTo>
                  <a:lnTo>
                    <a:pt x="1891004" y="811377"/>
                  </a:lnTo>
                  <a:lnTo>
                    <a:pt x="1869147" y="771550"/>
                  </a:lnTo>
                  <a:lnTo>
                    <a:pt x="1845132" y="733145"/>
                  </a:lnTo>
                  <a:lnTo>
                    <a:pt x="1819021" y="696239"/>
                  </a:lnTo>
                  <a:lnTo>
                    <a:pt x="1794281" y="665175"/>
                  </a:lnTo>
                  <a:lnTo>
                    <a:pt x="1760855" y="627291"/>
                  </a:lnTo>
                  <a:lnTo>
                    <a:pt x="1728965" y="595401"/>
                  </a:lnTo>
                  <a:lnTo>
                    <a:pt x="1695335" y="565365"/>
                  </a:lnTo>
                  <a:lnTo>
                    <a:pt x="1690547" y="561555"/>
                  </a:lnTo>
                  <a:lnTo>
                    <a:pt x="1690547" y="1159865"/>
                  </a:lnTo>
                  <a:lnTo>
                    <a:pt x="1361401" y="1159865"/>
                  </a:lnTo>
                  <a:lnTo>
                    <a:pt x="1361401" y="1209001"/>
                  </a:lnTo>
                  <a:lnTo>
                    <a:pt x="1509268" y="1209001"/>
                  </a:lnTo>
                  <a:lnTo>
                    <a:pt x="1508518" y="1219225"/>
                  </a:lnTo>
                  <a:lnTo>
                    <a:pt x="1498193" y="1265529"/>
                  </a:lnTo>
                  <a:lnTo>
                    <a:pt x="1481620" y="1308912"/>
                  </a:lnTo>
                  <a:lnTo>
                    <a:pt x="1459306" y="1349108"/>
                  </a:lnTo>
                  <a:lnTo>
                    <a:pt x="1431759" y="1385595"/>
                  </a:lnTo>
                  <a:lnTo>
                    <a:pt x="1399476" y="1417878"/>
                  </a:lnTo>
                  <a:lnTo>
                    <a:pt x="1362989" y="1445425"/>
                  </a:lnTo>
                  <a:lnTo>
                    <a:pt x="1322793" y="1467739"/>
                  </a:lnTo>
                  <a:lnTo>
                    <a:pt x="1279398" y="1484312"/>
                  </a:lnTo>
                  <a:lnTo>
                    <a:pt x="1233322" y="1494624"/>
                  </a:lnTo>
                  <a:lnTo>
                    <a:pt x="1208989" y="1496428"/>
                  </a:lnTo>
                  <a:lnTo>
                    <a:pt x="1208989" y="1390573"/>
                  </a:lnTo>
                  <a:lnTo>
                    <a:pt x="1159852" y="1390573"/>
                  </a:lnTo>
                  <a:lnTo>
                    <a:pt x="1159852" y="1676031"/>
                  </a:lnTo>
                  <a:lnTo>
                    <a:pt x="1136408" y="1674901"/>
                  </a:lnTo>
                  <a:lnTo>
                    <a:pt x="1089037" y="1668081"/>
                  </a:lnTo>
                  <a:lnTo>
                    <a:pt x="1043178" y="1656969"/>
                  </a:lnTo>
                  <a:lnTo>
                    <a:pt x="999032" y="1641792"/>
                  </a:lnTo>
                  <a:lnTo>
                    <a:pt x="956830" y="1622767"/>
                  </a:lnTo>
                  <a:lnTo>
                    <a:pt x="916774" y="1600085"/>
                  </a:lnTo>
                  <a:lnTo>
                    <a:pt x="879081" y="1573974"/>
                  </a:lnTo>
                  <a:lnTo>
                    <a:pt x="844029" y="1544713"/>
                  </a:lnTo>
                  <a:lnTo>
                    <a:pt x="811618" y="1512316"/>
                  </a:lnTo>
                  <a:lnTo>
                    <a:pt x="782294" y="1477200"/>
                  </a:lnTo>
                  <a:lnTo>
                    <a:pt x="756183" y="1439494"/>
                  </a:lnTo>
                  <a:lnTo>
                    <a:pt x="733501" y="1399438"/>
                  </a:lnTo>
                  <a:lnTo>
                    <a:pt x="714463" y="1357236"/>
                  </a:lnTo>
                  <a:lnTo>
                    <a:pt x="699414" y="1313446"/>
                  </a:lnTo>
                  <a:lnTo>
                    <a:pt x="699287" y="1313091"/>
                  </a:lnTo>
                  <a:lnTo>
                    <a:pt x="688187" y="1267231"/>
                  </a:lnTo>
                  <a:lnTo>
                    <a:pt x="681367" y="1219860"/>
                  </a:lnTo>
                  <a:lnTo>
                    <a:pt x="680847" y="1209001"/>
                  </a:lnTo>
                  <a:lnTo>
                    <a:pt x="971372" y="1209001"/>
                  </a:lnTo>
                  <a:lnTo>
                    <a:pt x="971372" y="1159865"/>
                  </a:lnTo>
                  <a:lnTo>
                    <a:pt x="858913" y="1159865"/>
                  </a:lnTo>
                  <a:lnTo>
                    <a:pt x="861618" y="1123162"/>
                  </a:lnTo>
                  <a:lnTo>
                    <a:pt x="871956" y="1076858"/>
                  </a:lnTo>
                  <a:lnTo>
                    <a:pt x="888530" y="1033475"/>
                  </a:lnTo>
                  <a:lnTo>
                    <a:pt x="910844" y="993279"/>
                  </a:lnTo>
                  <a:lnTo>
                    <a:pt x="938390" y="956779"/>
                  </a:lnTo>
                  <a:lnTo>
                    <a:pt x="970673" y="924509"/>
                  </a:lnTo>
                  <a:lnTo>
                    <a:pt x="1007160" y="896962"/>
                  </a:lnTo>
                  <a:lnTo>
                    <a:pt x="1047356" y="874649"/>
                  </a:lnTo>
                  <a:lnTo>
                    <a:pt x="1090752" y="858075"/>
                  </a:lnTo>
                  <a:lnTo>
                    <a:pt x="1136827" y="847763"/>
                  </a:lnTo>
                  <a:lnTo>
                    <a:pt x="1159852" y="846074"/>
                  </a:lnTo>
                  <a:lnTo>
                    <a:pt x="1159852" y="982814"/>
                  </a:lnTo>
                  <a:lnTo>
                    <a:pt x="1208989" y="982814"/>
                  </a:lnTo>
                  <a:lnTo>
                    <a:pt x="1208989" y="666318"/>
                  </a:lnTo>
                  <a:lnTo>
                    <a:pt x="1233741" y="667499"/>
                  </a:lnTo>
                  <a:lnTo>
                    <a:pt x="1281112" y="674319"/>
                  </a:lnTo>
                  <a:lnTo>
                    <a:pt x="1326972" y="685419"/>
                  </a:lnTo>
                  <a:lnTo>
                    <a:pt x="1371117" y="700595"/>
                  </a:lnTo>
                  <a:lnTo>
                    <a:pt x="1413319" y="719632"/>
                  </a:lnTo>
                  <a:lnTo>
                    <a:pt x="1453375" y="742315"/>
                  </a:lnTo>
                  <a:lnTo>
                    <a:pt x="1491081" y="768426"/>
                  </a:lnTo>
                  <a:lnTo>
                    <a:pt x="1526197" y="797750"/>
                  </a:lnTo>
                  <a:lnTo>
                    <a:pt x="1558531" y="830084"/>
                  </a:lnTo>
                  <a:lnTo>
                    <a:pt x="1587855" y="865200"/>
                  </a:lnTo>
                  <a:lnTo>
                    <a:pt x="1613966" y="902893"/>
                  </a:lnTo>
                  <a:lnTo>
                    <a:pt x="1636636" y="942949"/>
                  </a:lnTo>
                  <a:lnTo>
                    <a:pt x="1655673" y="985164"/>
                  </a:lnTo>
                  <a:lnTo>
                    <a:pt x="1670723" y="1028941"/>
                  </a:lnTo>
                  <a:lnTo>
                    <a:pt x="1670850" y="1029296"/>
                  </a:lnTo>
                  <a:lnTo>
                    <a:pt x="1681962" y="1075156"/>
                  </a:lnTo>
                  <a:lnTo>
                    <a:pt x="1688782" y="1122527"/>
                  </a:lnTo>
                  <a:lnTo>
                    <a:pt x="1690547" y="1159865"/>
                  </a:lnTo>
                  <a:lnTo>
                    <a:pt x="1690547" y="561555"/>
                  </a:lnTo>
                  <a:lnTo>
                    <a:pt x="1660017" y="537248"/>
                  </a:lnTo>
                  <a:lnTo>
                    <a:pt x="1623123" y="511136"/>
                  </a:lnTo>
                  <a:lnTo>
                    <a:pt x="1584706" y="487108"/>
                  </a:lnTo>
                  <a:lnTo>
                    <a:pt x="1544878" y="465264"/>
                  </a:lnTo>
                  <a:lnTo>
                    <a:pt x="1503718" y="445668"/>
                  </a:lnTo>
                  <a:lnTo>
                    <a:pt x="1461287" y="428421"/>
                  </a:lnTo>
                  <a:lnTo>
                    <a:pt x="1417701" y="413600"/>
                  </a:lnTo>
                  <a:lnTo>
                    <a:pt x="1373009" y="401281"/>
                  </a:lnTo>
                  <a:lnTo>
                    <a:pt x="1327327" y="391553"/>
                  </a:lnTo>
                  <a:lnTo>
                    <a:pt x="1280718" y="384505"/>
                  </a:lnTo>
                  <a:lnTo>
                    <a:pt x="1233271" y="380212"/>
                  </a:lnTo>
                  <a:lnTo>
                    <a:pt x="1208989" y="379488"/>
                  </a:lnTo>
                  <a:lnTo>
                    <a:pt x="1208989" y="0"/>
                  </a:lnTo>
                  <a:lnTo>
                    <a:pt x="1159852" y="0"/>
                  </a:lnTo>
                  <a:lnTo>
                    <a:pt x="1159852" y="195605"/>
                  </a:lnTo>
                  <a:lnTo>
                    <a:pt x="1159852" y="315341"/>
                  </a:lnTo>
                  <a:lnTo>
                    <a:pt x="1159852" y="643864"/>
                  </a:lnTo>
                  <a:lnTo>
                    <a:pt x="1137043" y="644880"/>
                  </a:lnTo>
                  <a:lnTo>
                    <a:pt x="1090206" y="651243"/>
                  </a:lnTo>
                  <a:lnTo>
                    <a:pt x="1044740" y="661631"/>
                  </a:lnTo>
                  <a:lnTo>
                    <a:pt x="1000861" y="675830"/>
                  </a:lnTo>
                  <a:lnTo>
                    <a:pt x="958723" y="693674"/>
                  </a:lnTo>
                  <a:lnTo>
                    <a:pt x="918552" y="714971"/>
                  </a:lnTo>
                  <a:lnTo>
                    <a:pt x="880503" y="739533"/>
                  </a:lnTo>
                  <a:lnTo>
                    <a:pt x="844778" y="767156"/>
                  </a:lnTo>
                  <a:lnTo>
                    <a:pt x="811491" y="797750"/>
                  </a:lnTo>
                  <a:lnTo>
                    <a:pt x="781037" y="830897"/>
                  </a:lnTo>
                  <a:lnTo>
                    <a:pt x="753414" y="866622"/>
                  </a:lnTo>
                  <a:lnTo>
                    <a:pt x="728853" y="904671"/>
                  </a:lnTo>
                  <a:lnTo>
                    <a:pt x="707555" y="944854"/>
                  </a:lnTo>
                  <a:lnTo>
                    <a:pt x="689711" y="986980"/>
                  </a:lnTo>
                  <a:lnTo>
                    <a:pt x="675500" y="1030859"/>
                  </a:lnTo>
                  <a:lnTo>
                    <a:pt x="665124" y="1076325"/>
                  </a:lnTo>
                  <a:lnTo>
                    <a:pt x="658850" y="1122527"/>
                  </a:lnTo>
                  <a:lnTo>
                    <a:pt x="658761" y="1123162"/>
                  </a:lnTo>
                  <a:lnTo>
                    <a:pt x="657098" y="1159865"/>
                  </a:lnTo>
                  <a:lnTo>
                    <a:pt x="329260" y="1159865"/>
                  </a:lnTo>
                  <a:lnTo>
                    <a:pt x="330542" y="1117993"/>
                  </a:lnTo>
                  <a:lnTo>
                    <a:pt x="335292" y="1066114"/>
                  </a:lnTo>
                  <a:lnTo>
                    <a:pt x="343103" y="1015161"/>
                  </a:lnTo>
                  <a:lnTo>
                    <a:pt x="353860" y="965225"/>
                  </a:lnTo>
                  <a:lnTo>
                    <a:pt x="367487" y="916406"/>
                  </a:lnTo>
                  <a:lnTo>
                    <a:pt x="383895" y="868807"/>
                  </a:lnTo>
                  <a:lnTo>
                    <a:pt x="402971" y="822502"/>
                  </a:lnTo>
                  <a:lnTo>
                    <a:pt x="424637" y="777608"/>
                  </a:lnTo>
                  <a:lnTo>
                    <a:pt x="448805" y="734199"/>
                  </a:lnTo>
                  <a:lnTo>
                    <a:pt x="475361" y="692378"/>
                  </a:lnTo>
                  <a:lnTo>
                    <a:pt x="504215" y="652233"/>
                  </a:lnTo>
                  <a:lnTo>
                    <a:pt x="535279" y="613854"/>
                  </a:lnTo>
                  <a:lnTo>
                    <a:pt x="568464" y="577354"/>
                  </a:lnTo>
                  <a:lnTo>
                    <a:pt x="603669" y="542810"/>
                  </a:lnTo>
                  <a:lnTo>
                    <a:pt x="640816" y="510324"/>
                  </a:lnTo>
                  <a:lnTo>
                    <a:pt x="673150" y="484886"/>
                  </a:lnTo>
                  <a:lnTo>
                    <a:pt x="712965" y="456819"/>
                  </a:lnTo>
                  <a:lnTo>
                    <a:pt x="754380" y="430999"/>
                  </a:lnTo>
                  <a:lnTo>
                    <a:pt x="797331" y="407530"/>
                  </a:lnTo>
                  <a:lnTo>
                    <a:pt x="841705" y="386473"/>
                  </a:lnTo>
                  <a:lnTo>
                    <a:pt x="887437" y="367931"/>
                  </a:lnTo>
                  <a:lnTo>
                    <a:pt x="934427" y="352005"/>
                  </a:lnTo>
                  <a:lnTo>
                    <a:pt x="982573" y="338772"/>
                  </a:lnTo>
                  <a:lnTo>
                    <a:pt x="1031811" y="328320"/>
                  </a:lnTo>
                  <a:lnTo>
                    <a:pt x="1082027" y="320751"/>
                  </a:lnTo>
                  <a:lnTo>
                    <a:pt x="1133144" y="316141"/>
                  </a:lnTo>
                  <a:lnTo>
                    <a:pt x="1159852" y="315341"/>
                  </a:lnTo>
                  <a:lnTo>
                    <a:pt x="1159852" y="195605"/>
                  </a:lnTo>
                  <a:lnTo>
                    <a:pt x="1085456" y="200012"/>
                  </a:lnTo>
                  <a:lnTo>
                    <a:pt x="1036675" y="206222"/>
                  </a:lnTo>
                  <a:lnTo>
                    <a:pt x="988669" y="214820"/>
                  </a:lnTo>
                  <a:lnTo>
                    <a:pt x="941501" y="225729"/>
                  </a:lnTo>
                  <a:lnTo>
                    <a:pt x="895235" y="238899"/>
                  </a:lnTo>
                  <a:lnTo>
                    <a:pt x="849922" y="254266"/>
                  </a:lnTo>
                  <a:lnTo>
                    <a:pt x="805624" y="271754"/>
                  </a:lnTo>
                  <a:lnTo>
                    <a:pt x="762419" y="291325"/>
                  </a:lnTo>
                  <a:lnTo>
                    <a:pt x="720356" y="312902"/>
                  </a:lnTo>
                  <a:lnTo>
                    <a:pt x="679488" y="336423"/>
                  </a:lnTo>
                  <a:lnTo>
                    <a:pt x="639902" y="361823"/>
                  </a:lnTo>
                  <a:lnTo>
                    <a:pt x="601637" y="389064"/>
                  </a:lnTo>
                  <a:lnTo>
                    <a:pt x="564769" y="418058"/>
                  </a:lnTo>
                  <a:lnTo>
                    <a:pt x="529336" y="448741"/>
                  </a:lnTo>
                  <a:lnTo>
                    <a:pt x="479069" y="497840"/>
                  </a:lnTo>
                  <a:lnTo>
                    <a:pt x="432409" y="550405"/>
                  </a:lnTo>
                  <a:lnTo>
                    <a:pt x="403415" y="587273"/>
                  </a:lnTo>
                  <a:lnTo>
                    <a:pt x="376186" y="625538"/>
                  </a:lnTo>
                  <a:lnTo>
                    <a:pt x="350774" y="665137"/>
                  </a:lnTo>
                  <a:lnTo>
                    <a:pt x="327253" y="705993"/>
                  </a:lnTo>
                  <a:lnTo>
                    <a:pt x="305689" y="748068"/>
                  </a:lnTo>
                  <a:lnTo>
                    <a:pt x="286118" y="791273"/>
                  </a:lnTo>
                  <a:lnTo>
                    <a:pt x="268617" y="835571"/>
                  </a:lnTo>
                  <a:lnTo>
                    <a:pt x="253263" y="880884"/>
                  </a:lnTo>
                  <a:lnTo>
                    <a:pt x="240093" y="927150"/>
                  </a:lnTo>
                  <a:lnTo>
                    <a:pt x="229171" y="974318"/>
                  </a:lnTo>
                  <a:lnTo>
                    <a:pt x="220573" y="1022324"/>
                  </a:lnTo>
                  <a:lnTo>
                    <a:pt x="214363" y="1071092"/>
                  </a:lnTo>
                  <a:lnTo>
                    <a:pt x="210591" y="1120584"/>
                  </a:lnTo>
                  <a:lnTo>
                    <a:pt x="209588" y="1159865"/>
                  </a:lnTo>
                  <a:lnTo>
                    <a:pt x="0" y="1159865"/>
                  </a:lnTo>
                  <a:lnTo>
                    <a:pt x="0" y="1209001"/>
                  </a:lnTo>
                  <a:lnTo>
                    <a:pt x="393776" y="1209001"/>
                  </a:lnTo>
                  <a:lnTo>
                    <a:pt x="394093" y="1219225"/>
                  </a:lnTo>
                  <a:lnTo>
                    <a:pt x="398272" y="1265529"/>
                  </a:lnTo>
                  <a:lnTo>
                    <a:pt x="398386" y="1266837"/>
                  </a:lnTo>
                  <a:lnTo>
                    <a:pt x="405384" y="1313091"/>
                  </a:lnTo>
                  <a:lnTo>
                    <a:pt x="415163" y="1359141"/>
                  </a:lnTo>
                  <a:lnTo>
                    <a:pt x="427482" y="1403819"/>
                  </a:lnTo>
                  <a:lnTo>
                    <a:pt x="442302" y="1447419"/>
                  </a:lnTo>
                  <a:lnTo>
                    <a:pt x="459549" y="1489837"/>
                  </a:lnTo>
                  <a:lnTo>
                    <a:pt x="479145" y="1531010"/>
                  </a:lnTo>
                  <a:lnTo>
                    <a:pt x="500989" y="1570837"/>
                  </a:lnTo>
                  <a:lnTo>
                    <a:pt x="525018" y="1609242"/>
                  </a:lnTo>
                  <a:lnTo>
                    <a:pt x="551129" y="1646148"/>
                  </a:lnTo>
                  <a:lnTo>
                    <a:pt x="579247" y="1681467"/>
                  </a:lnTo>
                  <a:lnTo>
                    <a:pt x="609282" y="1715096"/>
                  </a:lnTo>
                  <a:lnTo>
                    <a:pt x="641172" y="1746986"/>
                  </a:lnTo>
                  <a:lnTo>
                    <a:pt x="674814" y="1777022"/>
                  </a:lnTo>
                  <a:lnTo>
                    <a:pt x="710120" y="1805152"/>
                  </a:lnTo>
                  <a:lnTo>
                    <a:pt x="747026" y="1831263"/>
                  </a:lnTo>
                  <a:lnTo>
                    <a:pt x="785431" y="1855279"/>
                  </a:lnTo>
                  <a:lnTo>
                    <a:pt x="825258" y="1877136"/>
                  </a:lnTo>
                  <a:lnTo>
                    <a:pt x="866432" y="1896719"/>
                  </a:lnTo>
                  <a:lnTo>
                    <a:pt x="908850" y="1913966"/>
                  </a:lnTo>
                  <a:lnTo>
                    <a:pt x="952449" y="1928799"/>
                  </a:lnTo>
                  <a:lnTo>
                    <a:pt x="997127" y="1941118"/>
                  </a:lnTo>
                  <a:lnTo>
                    <a:pt x="1042809" y="1950834"/>
                  </a:lnTo>
                  <a:lnTo>
                    <a:pt x="1089418" y="1957895"/>
                  </a:lnTo>
                  <a:lnTo>
                    <a:pt x="1136865" y="1962175"/>
                  </a:lnTo>
                  <a:lnTo>
                    <a:pt x="1159852" y="1962873"/>
                  </a:lnTo>
                  <a:lnTo>
                    <a:pt x="1159852" y="2341422"/>
                  </a:lnTo>
                  <a:lnTo>
                    <a:pt x="1208989" y="2341422"/>
                  </a:lnTo>
                  <a:lnTo>
                    <a:pt x="1208989" y="2145893"/>
                  </a:lnTo>
                  <a:lnTo>
                    <a:pt x="1233690" y="2145284"/>
                  </a:lnTo>
                  <a:lnTo>
                    <a:pt x="1281709" y="2141740"/>
                  </a:lnTo>
                  <a:lnTo>
                    <a:pt x="1329067" y="2135886"/>
                  </a:lnTo>
                  <a:lnTo>
                    <a:pt x="1375689" y="2127796"/>
                  </a:lnTo>
                  <a:lnTo>
                    <a:pt x="1421549" y="2117509"/>
                  </a:lnTo>
                  <a:lnTo>
                    <a:pt x="1466570" y="2105101"/>
                  </a:lnTo>
                  <a:lnTo>
                    <a:pt x="1510690" y="2090610"/>
                  </a:lnTo>
                  <a:lnTo>
                    <a:pt x="1553870" y="2074113"/>
                  </a:lnTo>
                  <a:lnTo>
                    <a:pt x="1596047" y="2055647"/>
                  </a:lnTo>
                  <a:lnTo>
                    <a:pt x="1637169" y="2035289"/>
                  </a:lnTo>
                  <a:lnTo>
                    <a:pt x="1677174" y="2013077"/>
                  </a:lnTo>
                  <a:lnTo>
                    <a:pt x="1715998" y="1989061"/>
                  </a:lnTo>
                  <a:lnTo>
                    <a:pt x="1753603" y="1963318"/>
                  </a:lnTo>
                  <a:lnTo>
                    <a:pt x="1789912" y="1935899"/>
                  </a:lnTo>
                  <a:lnTo>
                    <a:pt x="1824888" y="1906854"/>
                  </a:lnTo>
                  <a:lnTo>
                    <a:pt x="1858467" y="1876247"/>
                  </a:lnTo>
                  <a:lnTo>
                    <a:pt x="1890585" y="1844116"/>
                  </a:lnTo>
                  <a:lnTo>
                    <a:pt x="1921205" y="1810537"/>
                  </a:lnTo>
                  <a:lnTo>
                    <a:pt x="1950250" y="1775574"/>
                  </a:lnTo>
                  <a:lnTo>
                    <a:pt x="1977669" y="1739252"/>
                  </a:lnTo>
                  <a:lnTo>
                    <a:pt x="2003412" y="1701647"/>
                  </a:lnTo>
                  <a:lnTo>
                    <a:pt x="2027415" y="1662823"/>
                  </a:lnTo>
                  <a:lnTo>
                    <a:pt x="2049627" y="1622818"/>
                  </a:lnTo>
                  <a:lnTo>
                    <a:pt x="2069998" y="1581708"/>
                  </a:lnTo>
                  <a:lnTo>
                    <a:pt x="2088464" y="1539532"/>
                  </a:lnTo>
                  <a:lnTo>
                    <a:pt x="2104961" y="1496352"/>
                  </a:lnTo>
                  <a:lnTo>
                    <a:pt x="2119452" y="1452219"/>
                  </a:lnTo>
                  <a:lnTo>
                    <a:pt x="2131860" y="1407198"/>
                  </a:lnTo>
                  <a:lnTo>
                    <a:pt x="2142134" y="1361351"/>
                  </a:lnTo>
                  <a:lnTo>
                    <a:pt x="2150224" y="1314716"/>
                  </a:lnTo>
                  <a:lnTo>
                    <a:pt x="2156079" y="1267371"/>
                  </a:lnTo>
                  <a:lnTo>
                    <a:pt x="2159635" y="1219352"/>
                  </a:lnTo>
                  <a:lnTo>
                    <a:pt x="2159889" y="1209001"/>
                  </a:lnTo>
                  <a:lnTo>
                    <a:pt x="2370137" y="1209001"/>
                  </a:lnTo>
                  <a:lnTo>
                    <a:pt x="2370137" y="1159865"/>
                  </a:lnTo>
                  <a:close/>
                </a:path>
              </a:pathLst>
            </a:custGeom>
            <a:solidFill>
              <a:srgbClr val="A0FF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Custom Design">
  <a:themeElements>
    <a:clrScheme name="micro">
      <a:dk1>
        <a:srgbClr val="2A2B28"/>
      </a:dk1>
      <a:lt1>
        <a:srgbClr val="FFFFFF"/>
      </a:lt1>
      <a:dk2>
        <a:srgbClr val="2A2B28"/>
      </a:dk2>
      <a:lt2>
        <a:srgbClr val="E8E8E8"/>
      </a:lt2>
      <a:accent1>
        <a:srgbClr val="A0FF75"/>
      </a:accent1>
      <a:accent2>
        <a:srgbClr val="2A2B28"/>
      </a:accent2>
      <a:accent3>
        <a:srgbClr val="196B24"/>
      </a:accent3>
      <a:accent4>
        <a:srgbClr val="0F9ED5"/>
      </a:accent4>
      <a:accent5>
        <a:srgbClr val="A02B93"/>
      </a:accent5>
      <a:accent6>
        <a:srgbClr val="4EA72E"/>
      </a:accent6>
      <a:hlink>
        <a:srgbClr val="A0FF75"/>
      </a:hlink>
      <a:folHlink>
        <a:srgbClr val="2A2B2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cd96ab1-fc9c-4ae8-8649-0ba6fa1be463">
      <Terms xmlns="http://schemas.microsoft.com/office/infopath/2007/PartnerControls"/>
    </lcf76f155ced4ddcb4097134ff3c332f>
    <_Flow_SignoffStatus xmlns="2cd96ab1-fc9c-4ae8-8649-0ba6fa1be463" xsi:nil="true"/>
    <TaxCatchAll xmlns="24a07ffd-fc1c-4577-8bf8-52a9acc4acbb" xsi:nil="true"/>
    <test xmlns="2cd96ab1-fc9c-4ae8-8649-0ba6fa1be46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מסמך" ma:contentTypeID="0x010100C5DC12241ABF1B4B80E57FCFF40FDC89" ma:contentTypeVersion="19" ma:contentTypeDescription="צור מסמך חדש." ma:contentTypeScope="" ma:versionID="5a58187eb87df75ef0f364db47211043">
  <xsd:schema xmlns:xsd="http://www.w3.org/2001/XMLSchema" xmlns:xs="http://www.w3.org/2001/XMLSchema" xmlns:p="http://schemas.microsoft.com/office/2006/metadata/properties" xmlns:ns2="2cd96ab1-fc9c-4ae8-8649-0ba6fa1be463" xmlns:ns3="24a07ffd-fc1c-4577-8bf8-52a9acc4acbb" targetNamespace="http://schemas.microsoft.com/office/2006/metadata/properties" ma:root="true" ma:fieldsID="ecd7c3f67061884e682a6d2e809bfd97" ns2:_="" ns3:_="">
    <xsd:import namespace="2cd96ab1-fc9c-4ae8-8649-0ba6fa1be463"/>
    <xsd:import namespace="24a07ffd-fc1c-4577-8bf8-52a9acc4acb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element ref="ns2:MediaServiceLocation" minOccurs="0"/>
                <xsd:element ref="ns3:SharedWithUsers" minOccurs="0"/>
                <xsd:element ref="ns3:SharedWithDetails" minOccurs="0"/>
                <xsd:element ref="ns2:MediaServiceObjectDetectorVersions" minOccurs="0"/>
                <xsd:element ref="ns2:MediaServiceSearchProperties" minOccurs="0"/>
                <xsd:element ref="ns2:_Flow_SignoffStatus" minOccurs="0"/>
                <xsd:element ref="ns2:MediaServiceBillingMetadata" minOccurs="0"/>
                <xsd:element ref="ns2:tes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d96ab1-fc9c-4ae8-8649-0ba6fa1be4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lcf76f155ced4ddcb4097134ff3c332f" ma:index="12" nillable="true" ma:taxonomy="true" ma:internalName="lcf76f155ced4ddcb4097134ff3c332f" ma:taxonomyFieldName="MediaServiceImageTags" ma:displayName="תגיות תמונה" ma:readOnly="false" ma:fieldId="{5cf76f15-5ced-4ddc-b409-7134ff3c332f}" ma:taxonomyMulti="true" ma:sspId="6c8f9a4c-6b57-4f72-8a8a-47e5e543e078"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Flow_SignoffStatus" ma:index="23" nillable="true" ma:displayName="Sign-off status" ma:internalName="Sign_x002d_off_x0020_status">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test" ma:index="25" nillable="true" ma:displayName="test" ma:internalName="test">
      <xsd:simpleType>
        <xsd:restriction base="dms:Choice">
          <xsd:enumeration value="Choice 1"/>
          <xsd:enumeration value="Choice 2"/>
          <xsd:enumeration value="Choice 3"/>
        </xsd:restriction>
      </xsd:simpleType>
    </xsd:element>
  </xsd:schema>
  <xsd:schema xmlns:xsd="http://www.w3.org/2001/XMLSchema" xmlns:xs="http://www.w3.org/2001/XMLSchema" xmlns:dms="http://schemas.microsoft.com/office/2006/documentManagement/types" xmlns:pc="http://schemas.microsoft.com/office/infopath/2007/PartnerControls" targetNamespace="24a07ffd-fc1c-4577-8bf8-52a9acc4acbb"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027e8f4-692a-4de6-871e-2bf71cea132f}" ma:internalName="TaxCatchAll" ma:showField="CatchAllData" ma:web="24a07ffd-fc1c-4577-8bf8-52a9acc4acbb">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משותף עם"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משותף עם פרטים"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4D6C9C-69D7-45E5-9989-7DA4266DEF33}">
  <ds:schemaRefs>
    <ds:schemaRef ds:uri="http://schemas.microsoft.com/sharepoint/v3/contenttype/forms"/>
  </ds:schemaRefs>
</ds:datastoreItem>
</file>

<file path=customXml/itemProps2.xml><?xml version="1.0" encoding="utf-8"?>
<ds:datastoreItem xmlns:ds="http://schemas.openxmlformats.org/officeDocument/2006/customXml" ds:itemID="{2DB42D85-83F5-4F91-9905-B3B54110511F}">
  <ds:schemaRefs>
    <ds:schemaRef ds:uri="24a07ffd-fc1c-4577-8bf8-52a9acc4acbb"/>
    <ds:schemaRef ds:uri="2cd96ab1-fc9c-4ae8-8649-0ba6fa1be46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1C7D721-E61F-4439-9AD0-2386261C6B14}"/>
</file>

<file path=docProps/app.xml><?xml version="1.0" encoding="utf-8"?>
<Properties xmlns="http://schemas.openxmlformats.org/officeDocument/2006/extended-properties" xmlns:vt="http://schemas.openxmlformats.org/officeDocument/2006/docPropsVTypes">
  <TotalTime>1200</TotalTime>
  <Words>3214</Words>
  <Application>Microsoft Office PowerPoint</Application>
  <PresentationFormat>Custom</PresentationFormat>
  <Paragraphs>507</Paragraphs>
  <Slides>38</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Wingdings</vt:lpstr>
      <vt:lpstr>Courier New</vt:lpstr>
      <vt:lpstr>Symbol</vt:lpstr>
      <vt:lpstr>Aptos</vt:lpstr>
      <vt:lpstr>Barlow Condensed ExtraBold</vt:lpstr>
      <vt:lpstr>Albert Sans</vt:lpstr>
      <vt:lpstr>Calibri</vt:lpstr>
      <vt:lpstr>Custom Design</vt:lpstr>
      <vt:lpstr>Integration Options</vt:lpstr>
      <vt:lpstr>Integrations Options</vt:lpstr>
      <vt:lpstr>Integration Overview: From Lab to Mission</vt:lpstr>
      <vt:lpstr>Integration Overview</vt:lpstr>
      <vt:lpstr>Operation Kit</vt:lpstr>
      <vt:lpstr>Basic Operation</vt:lpstr>
      <vt:lpstr>The Professional Integration (SDK)</vt:lpstr>
      <vt:lpstr>Full Operation Kit / Basic Operation</vt:lpstr>
      <vt:lpstr>Full Operation Kit - connections</vt:lpstr>
      <vt:lpstr>Basic Operation</vt:lpstr>
      <vt:lpstr>PowerPoint Presentation</vt:lpstr>
      <vt:lpstr>Docker Basic Integration</vt:lpstr>
      <vt:lpstr>Payload + HIVE + SDK</vt:lpstr>
      <vt:lpstr>Payload + Docker + SDK</vt:lpstr>
      <vt:lpstr>Web-Access User Manual</vt:lpstr>
      <vt:lpstr>Web-Access Explained </vt:lpstr>
      <vt:lpstr>Network Tab</vt:lpstr>
      <vt:lpstr>Streams Tab</vt:lpstr>
      <vt:lpstr>Videos</vt:lpstr>
      <vt:lpstr>System Configurations</vt:lpstr>
      <vt:lpstr>QBee Operation SW </vt:lpstr>
      <vt:lpstr>QBee Operating SW</vt:lpstr>
      <vt:lpstr>QBee Operating SW</vt:lpstr>
      <vt:lpstr>QBee Operating SW</vt:lpstr>
      <vt:lpstr>QBee operating SW</vt:lpstr>
      <vt:lpstr>QBee operating SW</vt:lpstr>
      <vt:lpstr>QBee operating SW</vt:lpstr>
      <vt:lpstr>QBee operating SW</vt:lpstr>
      <vt:lpstr>QBee operating SW - Joystick</vt:lpstr>
      <vt:lpstr>Appendixes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Ron Ashwal</cp:lastModifiedBy>
  <cp:revision>1</cp:revision>
  <dcterms:modified xsi:type="dcterms:W3CDTF">2026-02-25T08:12:16Z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0x010100C5DC12241ABF1B4B80E57FCFF40FDC89</vt:lpwstr>
  </property>
  <property fmtid="{D5CDD505-2E9C-101B-9397-08002B2CF9AE}" pid="3" name="MediaServiceImageTags">
    <vt:lpwstr/>
  </property>
</Properties>
</file>