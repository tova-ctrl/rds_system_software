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82ECC0-8599-75C2-6D9F-6F07512A9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D70251B-40B6-3735-9426-40E2397FE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04ED29-CCEE-7745-BBB3-899DA345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5A19239-608A-B3B4-78E2-F83DD67B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F15ECAF-3178-7E76-2018-ACB69E2D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804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8A1466-F054-028A-1D47-C5A10E6E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EDF752-A1C9-614F-C509-57936141A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0EFF13-3965-50CD-CE15-7F9B124E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5FF256-AA59-AAA4-E07C-FFFAF521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90A56E-388E-0E13-D23C-58A1828F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26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2C8F69-DAD9-4A30-E9E7-14945DDA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815B3C6-667C-5D55-F0A2-A05F5690C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9CF1A6A-BC6D-C0E1-091D-23BA093B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BE01DC5-B42C-E1A2-9421-DE7CDF8D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30FFC95-3070-5C95-FBED-44BE21DE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152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D7C8BB-79DB-DF82-A01A-A23DF0CA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A973901-D139-54F1-7859-4EC662D97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72809DF-93B6-5C7F-1C59-F6F6D8282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C589F85-D6FC-C50C-707C-54E3487A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1A77DA4-0A78-D24E-114B-FFA3998E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4705A33-EEF0-DBAA-57DE-3F64EFB4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435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66553ED-5CDE-4DC0-D33A-C2805A81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57D332-BD87-517C-5CB3-0DF0EB00B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A349B0E-ED14-91DC-D353-63B1D40AA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3A475D1-8D6D-E79A-995D-D4BD644FA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70F3580-9488-BBA4-8763-926747775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4B10B03-FC62-3096-CB0B-74BBD7C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A1AF8B7-5330-78F0-0E44-143065CC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7005A08-F900-C0D4-7150-D04812E8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700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53C54B-731E-2C81-0A44-38FFCEBE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E13A06F-3890-4CA9-7968-62DC5EC9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FCD18EE-5951-1CE8-9A97-CB941391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D73CAA2-087C-CFE4-D8FF-E812D654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634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502F362-9291-8B8C-4D9D-B5DF23E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AAACC1E-886C-11D3-DCE7-AECD43B7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4351DE7-B0D3-21D4-FC67-FA284B5F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464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4829E3-51A8-06FA-6655-77A65C70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7B8F4B3-D9CE-7A7F-6AC0-0473CCFC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42155B7-C0C8-EF38-6DF9-F165BE593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8545406-A10D-8F39-28B6-8AE5307E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953FE5B-3BA7-2710-7656-1433063A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05A6A24-F41F-FF44-9F84-D1F6602F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914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C77BA6-0C71-07D5-1BD8-7B5B5F27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03CFD0F-BD3C-1E85-D658-ABDEBF8CD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8B7480-88A4-BDEF-437E-7D070855E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692746-1299-249D-D0F0-053F308E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F0B97CF-28EC-9448-206A-EC184442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8FE636-D1C2-43FD-C386-7458C34D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523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605FED-4B9E-7EDC-7F07-92518329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6D60A55-D563-B1CC-7286-ABA83A338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1E4DDC5-8823-1D57-763A-54B419EF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E70D2C-E53B-91B2-8784-240C9617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AD5E236-A569-EB9E-4078-219AC871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809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762A347-8612-1D29-BD8B-885493B3C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C5C5083-64B9-A8FC-DA64-496D95CE5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00620F-B2D4-5D90-5AD0-D309BF4C7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9CF9854-1B63-734F-E06A-DAAB9474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5B497B-C716-F3FA-9E89-650F2504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6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7A19CD3-8013-5C68-6DC4-3050BE38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1551CEF-3605-9F3E-44B5-A2611D72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CA4E6E7-ADA6-550A-EB54-432B6B3D2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649DD-C6D4-4391-97EB-A5AC3730659D}" type="datetimeFigureOut">
              <a:rPr lang="he-IL" smtClean="0"/>
              <a:t>י"ד/סיון/תשפ"ו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25A299-8D1E-C0A7-F37C-8254813D2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F7C7B6-7EE3-94B2-7D4A-99CE4A1CF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E05B3-2720-4BF3-85E8-AC565D2028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916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F39D10-0DA0-6ECD-512C-19C66B32C2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תוכנה וחלוקת מעבדים – עמדת נשק מרוחקת (RDS)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7F7EBBF-1C61-67B1-30B0-F0E491D14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  <a:p>
            <a:r>
              <a:rPr lang="he-IL" dirty="0"/>
              <a:t>עמידה בתקן בטיחות מערכות</a:t>
            </a:r>
            <a:endParaRPr lang="en-US" dirty="0"/>
          </a:p>
          <a:p>
            <a:r>
              <a:rPr lang="en-US"/>
              <a:t>- 88E</a:t>
            </a:r>
            <a:r>
              <a:rPr lang="he-IL"/>
              <a:t> MIL-STD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3078301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מסך רחב</PresentationFormat>
  <Paragraphs>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ארכיטקטורת תוכנה וחלוקת מעבדים – עמדת נשק מרוחקת (RDS)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Tova Inbal</dc:creator>
  <cp:lastModifiedBy>Tova Inbal</cp:lastModifiedBy>
  <cp:revision>2</cp:revision>
  <dcterms:created xsi:type="dcterms:W3CDTF">2026-05-30T16:03:03Z</dcterms:created>
  <dcterms:modified xsi:type="dcterms:W3CDTF">2026-05-30T16:10:14Z</dcterms:modified>
</cp:coreProperties>
</file>